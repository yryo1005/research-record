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8" r:id="rId2"/>
  </p:sldIdLst>
  <p:sldSz cx="30279975" cy="42808525"/>
  <p:notesSz cx="6858000" cy="9945688"/>
  <p:defaultTextStyle>
    <a:defPPr>
      <a:defRPr lang="ja-JP"/>
    </a:defPPr>
    <a:lvl1pPr marL="0" algn="l" defTabSz="2328885" rtl="0" eaLnBrk="1" latinLnBrk="0" hangingPunct="1">
      <a:defRPr kumimoji="1" sz="4600" kern="1200">
        <a:solidFill>
          <a:schemeClr val="tx1"/>
        </a:solidFill>
        <a:latin typeface="+mn-lt"/>
        <a:ea typeface="+mn-ea"/>
        <a:cs typeface="+mn-cs"/>
      </a:defRPr>
    </a:lvl1pPr>
    <a:lvl2pPr marL="1164443" algn="l" defTabSz="2328885" rtl="0" eaLnBrk="1" latinLnBrk="0" hangingPunct="1">
      <a:defRPr kumimoji="1" sz="4600" kern="1200">
        <a:solidFill>
          <a:schemeClr val="tx1"/>
        </a:solidFill>
        <a:latin typeface="+mn-lt"/>
        <a:ea typeface="+mn-ea"/>
        <a:cs typeface="+mn-cs"/>
      </a:defRPr>
    </a:lvl2pPr>
    <a:lvl3pPr marL="2328885" algn="l" defTabSz="2328885" rtl="0" eaLnBrk="1" latinLnBrk="0" hangingPunct="1">
      <a:defRPr kumimoji="1" sz="4600" kern="1200">
        <a:solidFill>
          <a:schemeClr val="tx1"/>
        </a:solidFill>
        <a:latin typeface="+mn-lt"/>
        <a:ea typeface="+mn-ea"/>
        <a:cs typeface="+mn-cs"/>
      </a:defRPr>
    </a:lvl3pPr>
    <a:lvl4pPr marL="3493328" algn="l" defTabSz="2328885" rtl="0" eaLnBrk="1" latinLnBrk="0" hangingPunct="1">
      <a:defRPr kumimoji="1" sz="4600" kern="1200">
        <a:solidFill>
          <a:schemeClr val="tx1"/>
        </a:solidFill>
        <a:latin typeface="+mn-lt"/>
        <a:ea typeface="+mn-ea"/>
        <a:cs typeface="+mn-cs"/>
      </a:defRPr>
    </a:lvl4pPr>
    <a:lvl5pPr marL="4657771" algn="l" defTabSz="2328885" rtl="0" eaLnBrk="1" latinLnBrk="0" hangingPunct="1">
      <a:defRPr kumimoji="1" sz="4600" kern="1200">
        <a:solidFill>
          <a:schemeClr val="tx1"/>
        </a:solidFill>
        <a:latin typeface="+mn-lt"/>
        <a:ea typeface="+mn-ea"/>
        <a:cs typeface="+mn-cs"/>
      </a:defRPr>
    </a:lvl5pPr>
    <a:lvl6pPr marL="5822213" algn="l" defTabSz="2328885" rtl="0" eaLnBrk="1" latinLnBrk="0" hangingPunct="1">
      <a:defRPr kumimoji="1" sz="4600" kern="1200">
        <a:solidFill>
          <a:schemeClr val="tx1"/>
        </a:solidFill>
        <a:latin typeface="+mn-lt"/>
        <a:ea typeface="+mn-ea"/>
        <a:cs typeface="+mn-cs"/>
      </a:defRPr>
    </a:lvl6pPr>
    <a:lvl7pPr marL="6986656" algn="l" defTabSz="2328885" rtl="0" eaLnBrk="1" latinLnBrk="0" hangingPunct="1">
      <a:defRPr kumimoji="1" sz="4600" kern="1200">
        <a:solidFill>
          <a:schemeClr val="tx1"/>
        </a:solidFill>
        <a:latin typeface="+mn-lt"/>
        <a:ea typeface="+mn-ea"/>
        <a:cs typeface="+mn-cs"/>
      </a:defRPr>
    </a:lvl7pPr>
    <a:lvl8pPr marL="8151099" algn="l" defTabSz="2328885" rtl="0" eaLnBrk="1" latinLnBrk="0" hangingPunct="1">
      <a:defRPr kumimoji="1" sz="4600" kern="1200">
        <a:solidFill>
          <a:schemeClr val="tx1"/>
        </a:solidFill>
        <a:latin typeface="+mn-lt"/>
        <a:ea typeface="+mn-ea"/>
        <a:cs typeface="+mn-cs"/>
      </a:defRPr>
    </a:lvl8pPr>
    <a:lvl9pPr marL="9315541" algn="l" defTabSz="2328885" rtl="0" eaLnBrk="1" latinLnBrk="0" hangingPunct="1">
      <a:defRPr kumimoji="1" sz="4600" kern="1200">
        <a:solidFill>
          <a:schemeClr val="tx1"/>
        </a:solidFill>
        <a:latin typeface="+mn-lt"/>
        <a:ea typeface="+mn-ea"/>
        <a:cs typeface="+mn-cs"/>
      </a:defRPr>
    </a:lvl9pPr>
  </p:defaultTextStyle>
  <p:extLst>
    <p:ext uri="{EFAFB233-063F-42B5-8137-9DF3F51BA10A}">
      <p15:sldGuideLst xmlns:p15="http://schemas.microsoft.com/office/powerpoint/2012/main">
        <p15:guide id="2" pos="9537" userDrawn="1">
          <p15:clr>
            <a:srgbClr val="A4A3A4"/>
          </p15:clr>
        </p15:guide>
        <p15:guide id="3" orient="horz" pos="1343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9F22105-28FE-CD31-C911-E5A484B15562}" name="勇気 大野" initials="勇大" userId="c930f6da9d0e5283" providerId="Windows Live"/>
  <p188:author id="{DF22A1BC-F6CB-ADE6-1106-DEDC08C869C2}" name="勇気 大野" initials="勇大" userId="2e3eac56db9c50d6" providerId="Windows Live"/>
  <p188:author id="{6DE297D7-204A-9AEE-E453-27292E24768D}" name="Kenta Kakiuchi" initials="KK" userId="S::keka7081@colorado.edu::bc960c6d-1c4f-4ac5-8b25-bf0f163bb954" providerId="AD"/>
  <p188:author id="{955D94D9-4E20-A9A2-2BC3-1455F0AF6F7E}" name="kenta kakiuchi" initials="kk" userId="88a0bb1aa0b9fb3f"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Sato Hiroto" initials="Sato" lastIdx="1" clrIdx="0"/>
  <p:cmAuthor id="1" name="公一朗 古川" initials="公古" lastIdx="1" clrIdx="1">
    <p:extLst>
      <p:ext uri="{19B8F6BF-5375-455C-9EA6-DF929625EA0E}">
        <p15:presenceInfo xmlns:p15="http://schemas.microsoft.com/office/powerpoint/2012/main" userId="7a933c4961faa8e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BACC6"/>
    <a:srgbClr val="FFFFFF"/>
    <a:srgbClr val="297329"/>
    <a:srgbClr val="ABD1AF"/>
    <a:srgbClr val="FDFEDA"/>
    <a:srgbClr val="F7FADE"/>
    <a:srgbClr val="866BA6"/>
    <a:srgbClr val="9DBC5B"/>
    <a:srgbClr val="C0504D"/>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992" autoAdjust="0"/>
    <p:restoredTop sz="96260" autoAdjust="0"/>
  </p:normalViewPr>
  <p:slideViewPr>
    <p:cSldViewPr>
      <p:cViewPr>
        <p:scale>
          <a:sx n="25" d="100"/>
          <a:sy n="25" d="100"/>
        </p:scale>
        <p:origin x="4192" y="336"/>
      </p:cViewPr>
      <p:guideLst>
        <p:guide pos="9537"/>
        <p:guide orient="horz" pos="13438"/>
      </p:guideLst>
    </p:cSldViewPr>
  </p:slideViewPr>
  <p:outlineViewPr>
    <p:cViewPr>
      <p:scale>
        <a:sx n="20" d="100"/>
        <a:sy n="20" d="100"/>
      </p:scale>
      <p:origin x="0" y="0"/>
    </p:cViewPr>
  </p:outlineViewPr>
  <p:notesTextViewPr>
    <p:cViewPr>
      <p:scale>
        <a:sx n="110" d="100"/>
        <a:sy n="11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commentAuthors" Target="commentAuthors.xml"/><Relationship Id="rId9"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1"/>
            <a:ext cx="2971800" cy="497284"/>
          </a:xfrm>
          <a:prstGeom prst="rect">
            <a:avLst/>
          </a:prstGeom>
        </p:spPr>
        <p:txBody>
          <a:bodyPr vert="horz" lIns="91862" tIns="45931" rIns="91862" bIns="45931"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1"/>
            <a:ext cx="2971800" cy="497284"/>
          </a:xfrm>
          <a:prstGeom prst="rect">
            <a:avLst/>
          </a:prstGeom>
        </p:spPr>
        <p:txBody>
          <a:bodyPr vert="horz" lIns="91862" tIns="45931" rIns="91862" bIns="45931" rtlCol="0"/>
          <a:lstStyle>
            <a:lvl1pPr algn="r">
              <a:defRPr sz="1200"/>
            </a:lvl1pPr>
          </a:lstStyle>
          <a:p>
            <a:fld id="{BE410BD5-E5EA-4695-BA73-85949460D263}" type="datetimeFigureOut">
              <a:rPr kumimoji="1" lang="ja-JP" altLang="en-US" smtClean="0"/>
              <a:t>2026/10/13</a:t>
            </a:fld>
            <a:endParaRPr kumimoji="1" lang="ja-JP" altLang="en-US"/>
          </a:p>
        </p:txBody>
      </p:sp>
      <p:sp>
        <p:nvSpPr>
          <p:cNvPr id="4" name="スライド イメージ プレースホルダー 3"/>
          <p:cNvSpPr>
            <a:spLocks noGrp="1" noRot="1" noChangeAspect="1"/>
          </p:cNvSpPr>
          <p:nvPr>
            <p:ph type="sldImg" idx="2"/>
          </p:nvPr>
        </p:nvSpPr>
        <p:spPr>
          <a:xfrm>
            <a:off x="2109788" y="744538"/>
            <a:ext cx="2638425" cy="3732212"/>
          </a:xfrm>
          <a:prstGeom prst="rect">
            <a:avLst/>
          </a:prstGeom>
          <a:noFill/>
          <a:ln w="12700">
            <a:solidFill>
              <a:prstClr val="black"/>
            </a:solidFill>
          </a:ln>
        </p:spPr>
        <p:txBody>
          <a:bodyPr vert="horz" lIns="91862" tIns="45931" rIns="91862" bIns="45931" rtlCol="0" anchor="ctr"/>
          <a:lstStyle/>
          <a:p>
            <a:endParaRPr lang="ja-JP" altLang="en-US"/>
          </a:p>
        </p:txBody>
      </p:sp>
      <p:sp>
        <p:nvSpPr>
          <p:cNvPr id="5" name="ノート プレースホルダー 4"/>
          <p:cNvSpPr>
            <a:spLocks noGrp="1"/>
          </p:cNvSpPr>
          <p:nvPr>
            <p:ph type="body" sz="quarter" idx="3"/>
          </p:nvPr>
        </p:nvSpPr>
        <p:spPr>
          <a:xfrm>
            <a:off x="685801" y="4724202"/>
            <a:ext cx="5486400" cy="4475559"/>
          </a:xfrm>
          <a:prstGeom prst="rect">
            <a:avLst/>
          </a:prstGeom>
        </p:spPr>
        <p:txBody>
          <a:bodyPr vert="horz" lIns="91862" tIns="45931" rIns="91862" bIns="45931"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6678"/>
            <a:ext cx="2971800" cy="497284"/>
          </a:xfrm>
          <a:prstGeom prst="rect">
            <a:avLst/>
          </a:prstGeom>
        </p:spPr>
        <p:txBody>
          <a:bodyPr vert="horz" lIns="91862" tIns="45931" rIns="91862" bIns="45931"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9446678"/>
            <a:ext cx="2971800" cy="497284"/>
          </a:xfrm>
          <a:prstGeom prst="rect">
            <a:avLst/>
          </a:prstGeom>
        </p:spPr>
        <p:txBody>
          <a:bodyPr vert="horz" lIns="91862" tIns="45931" rIns="91862" bIns="45931" rtlCol="0" anchor="b"/>
          <a:lstStyle>
            <a:lvl1pPr algn="r">
              <a:defRPr sz="1200"/>
            </a:lvl1pPr>
          </a:lstStyle>
          <a:p>
            <a:fld id="{4AFBB100-5BBB-45CC-B4E1-20DEA2F389BA}" type="slidenum">
              <a:rPr kumimoji="1" lang="ja-JP" altLang="en-US" smtClean="0"/>
              <a:t>‹#›</a:t>
            </a:fld>
            <a:endParaRPr kumimoji="1" lang="ja-JP" altLang="en-US"/>
          </a:p>
        </p:txBody>
      </p:sp>
    </p:spTree>
    <p:extLst>
      <p:ext uri="{BB962C8B-B14F-4D97-AF65-F5344CB8AC3E}">
        <p14:creationId xmlns:p14="http://schemas.microsoft.com/office/powerpoint/2010/main" val="417125311"/>
      </p:ext>
    </p:extLst>
  </p:cSld>
  <p:clrMap bg1="lt1" tx1="dk1" bg2="lt2" tx2="dk2" accent1="accent1" accent2="accent2" accent3="accent3" accent4="accent4" accent5="accent5" accent6="accent6" hlink="hlink" folHlink="folHlink"/>
  <p:notesStyle>
    <a:lvl1pPr marL="0" algn="l" defTabSz="2328885" rtl="0" eaLnBrk="1" latinLnBrk="0" hangingPunct="1">
      <a:defRPr kumimoji="1" sz="3100" kern="1200">
        <a:solidFill>
          <a:schemeClr val="tx1"/>
        </a:solidFill>
        <a:latin typeface="+mn-lt"/>
        <a:ea typeface="+mn-ea"/>
        <a:cs typeface="+mn-cs"/>
      </a:defRPr>
    </a:lvl1pPr>
    <a:lvl2pPr marL="1164443" algn="l" defTabSz="2328885" rtl="0" eaLnBrk="1" latinLnBrk="0" hangingPunct="1">
      <a:defRPr kumimoji="1" sz="3100" kern="1200">
        <a:solidFill>
          <a:schemeClr val="tx1"/>
        </a:solidFill>
        <a:latin typeface="+mn-lt"/>
        <a:ea typeface="+mn-ea"/>
        <a:cs typeface="+mn-cs"/>
      </a:defRPr>
    </a:lvl2pPr>
    <a:lvl3pPr marL="2328885" algn="l" defTabSz="2328885" rtl="0" eaLnBrk="1" latinLnBrk="0" hangingPunct="1">
      <a:defRPr kumimoji="1" sz="3100" kern="1200">
        <a:solidFill>
          <a:schemeClr val="tx1"/>
        </a:solidFill>
        <a:latin typeface="+mn-lt"/>
        <a:ea typeface="+mn-ea"/>
        <a:cs typeface="+mn-cs"/>
      </a:defRPr>
    </a:lvl3pPr>
    <a:lvl4pPr marL="3493328" algn="l" defTabSz="2328885" rtl="0" eaLnBrk="1" latinLnBrk="0" hangingPunct="1">
      <a:defRPr kumimoji="1" sz="3100" kern="1200">
        <a:solidFill>
          <a:schemeClr val="tx1"/>
        </a:solidFill>
        <a:latin typeface="+mn-lt"/>
        <a:ea typeface="+mn-ea"/>
        <a:cs typeface="+mn-cs"/>
      </a:defRPr>
    </a:lvl4pPr>
    <a:lvl5pPr marL="4657771" algn="l" defTabSz="2328885" rtl="0" eaLnBrk="1" latinLnBrk="0" hangingPunct="1">
      <a:defRPr kumimoji="1" sz="3100" kern="1200">
        <a:solidFill>
          <a:schemeClr val="tx1"/>
        </a:solidFill>
        <a:latin typeface="+mn-lt"/>
        <a:ea typeface="+mn-ea"/>
        <a:cs typeface="+mn-cs"/>
      </a:defRPr>
    </a:lvl5pPr>
    <a:lvl6pPr marL="5822213" algn="l" defTabSz="2328885" rtl="0" eaLnBrk="1" latinLnBrk="0" hangingPunct="1">
      <a:defRPr kumimoji="1" sz="3100" kern="1200">
        <a:solidFill>
          <a:schemeClr val="tx1"/>
        </a:solidFill>
        <a:latin typeface="+mn-lt"/>
        <a:ea typeface="+mn-ea"/>
        <a:cs typeface="+mn-cs"/>
      </a:defRPr>
    </a:lvl6pPr>
    <a:lvl7pPr marL="6986656" algn="l" defTabSz="2328885" rtl="0" eaLnBrk="1" latinLnBrk="0" hangingPunct="1">
      <a:defRPr kumimoji="1" sz="3100" kern="1200">
        <a:solidFill>
          <a:schemeClr val="tx1"/>
        </a:solidFill>
        <a:latin typeface="+mn-lt"/>
        <a:ea typeface="+mn-ea"/>
        <a:cs typeface="+mn-cs"/>
      </a:defRPr>
    </a:lvl7pPr>
    <a:lvl8pPr marL="8151099" algn="l" defTabSz="2328885" rtl="0" eaLnBrk="1" latinLnBrk="0" hangingPunct="1">
      <a:defRPr kumimoji="1" sz="3100" kern="1200">
        <a:solidFill>
          <a:schemeClr val="tx1"/>
        </a:solidFill>
        <a:latin typeface="+mn-lt"/>
        <a:ea typeface="+mn-ea"/>
        <a:cs typeface="+mn-cs"/>
      </a:defRPr>
    </a:lvl8pPr>
    <a:lvl9pPr marL="9315541" algn="l" defTabSz="2328885" rtl="0" eaLnBrk="1" latinLnBrk="0" hangingPunct="1">
      <a:defRPr kumimoji="1" sz="31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EBD2A-F9E3-6011-4C75-CB46E94E424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12CB6BC-76CD-5938-0995-6B160263758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DFEBFD-C8BD-E4D5-1B0C-4602EACE2ADF}"/>
              </a:ext>
            </a:extLst>
          </p:cNvPr>
          <p:cNvSpPr>
            <a:spLocks noGrp="1"/>
          </p:cNvSpPr>
          <p:nvPr>
            <p:ph type="body" idx="1"/>
          </p:nvPr>
        </p:nvSpPr>
        <p:spPr/>
        <p:txBody>
          <a:bodyPr/>
          <a:lstStyle/>
          <a:p>
            <a:endParaRPr lang="ja-JP" altLang="en-US" sz="3200" dirty="0">
              <a:solidFill>
                <a:srgbClr val="FF0000"/>
              </a:solidFill>
            </a:endParaRPr>
          </a:p>
          <a:p>
            <a:endParaRPr kumimoji="1" lang="en-US" altLang="ja-JP" sz="3200" dirty="0"/>
          </a:p>
        </p:txBody>
      </p:sp>
      <p:sp>
        <p:nvSpPr>
          <p:cNvPr id="4" name="スライド番号プレースホルダー 3">
            <a:extLst>
              <a:ext uri="{FF2B5EF4-FFF2-40B4-BE49-F238E27FC236}">
                <a16:creationId xmlns:a16="http://schemas.microsoft.com/office/drawing/2014/main" id="{20339E0E-1822-F96B-3D21-E6E13B5C8F24}"/>
              </a:ext>
            </a:extLst>
          </p:cNvPr>
          <p:cNvSpPr>
            <a:spLocks noGrp="1"/>
          </p:cNvSpPr>
          <p:nvPr>
            <p:ph type="sldNum" sz="quarter" idx="10"/>
          </p:nvPr>
        </p:nvSpPr>
        <p:spPr/>
        <p:txBody>
          <a:bodyPr/>
          <a:lstStyle/>
          <a:p>
            <a:fld id="{4AFBB100-5BBB-45CC-B4E1-20DEA2F389BA}" type="slidenum">
              <a:rPr kumimoji="1" lang="ja-JP" altLang="en-US" smtClean="0"/>
              <a:t>1</a:t>
            </a:fld>
            <a:endParaRPr kumimoji="1" lang="ja-JP" altLang="en-US"/>
          </a:p>
        </p:txBody>
      </p:sp>
    </p:spTree>
    <p:extLst>
      <p:ext uri="{BB962C8B-B14F-4D97-AF65-F5344CB8AC3E}">
        <p14:creationId xmlns:p14="http://schemas.microsoft.com/office/powerpoint/2010/main" val="22942774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2270999" y="13298399"/>
            <a:ext cx="25737979" cy="9176085"/>
          </a:xfrm>
        </p:spPr>
        <p:txBody>
          <a:bodyPr/>
          <a:lstStyle/>
          <a:p>
            <a:r>
              <a:rPr kumimoji="1" lang="ja-JP" altLang="en-US"/>
              <a:t>マスター タイトルの書式設定</a:t>
            </a:r>
          </a:p>
        </p:txBody>
      </p:sp>
      <p:sp>
        <p:nvSpPr>
          <p:cNvPr id="3" name="サブタイトル 2"/>
          <p:cNvSpPr>
            <a:spLocks noGrp="1"/>
          </p:cNvSpPr>
          <p:nvPr>
            <p:ph type="subTitle" idx="1"/>
          </p:nvPr>
        </p:nvSpPr>
        <p:spPr>
          <a:xfrm>
            <a:off x="4541997" y="24258166"/>
            <a:ext cx="21195983" cy="10939957"/>
          </a:xfrm>
        </p:spPr>
        <p:txBody>
          <a:bodyPr/>
          <a:lstStyle>
            <a:lvl1pPr marL="0" indent="0" algn="ctr">
              <a:buNone/>
              <a:defRPr>
                <a:solidFill>
                  <a:schemeClr val="tx1">
                    <a:tint val="75000"/>
                  </a:schemeClr>
                </a:solidFill>
              </a:defRPr>
            </a:lvl1pPr>
            <a:lvl2pPr marL="1164443" indent="0" algn="ctr">
              <a:buNone/>
              <a:defRPr>
                <a:solidFill>
                  <a:schemeClr val="tx1">
                    <a:tint val="75000"/>
                  </a:schemeClr>
                </a:solidFill>
              </a:defRPr>
            </a:lvl2pPr>
            <a:lvl3pPr marL="2328885" indent="0" algn="ctr">
              <a:buNone/>
              <a:defRPr>
                <a:solidFill>
                  <a:schemeClr val="tx1">
                    <a:tint val="75000"/>
                  </a:schemeClr>
                </a:solidFill>
              </a:defRPr>
            </a:lvl3pPr>
            <a:lvl4pPr marL="3493328" indent="0" algn="ctr">
              <a:buNone/>
              <a:defRPr>
                <a:solidFill>
                  <a:schemeClr val="tx1">
                    <a:tint val="75000"/>
                  </a:schemeClr>
                </a:solidFill>
              </a:defRPr>
            </a:lvl4pPr>
            <a:lvl5pPr marL="4657771" indent="0" algn="ctr">
              <a:buNone/>
              <a:defRPr>
                <a:solidFill>
                  <a:schemeClr val="tx1">
                    <a:tint val="75000"/>
                  </a:schemeClr>
                </a:solidFill>
              </a:defRPr>
            </a:lvl5pPr>
            <a:lvl6pPr marL="5822213" indent="0" algn="ctr">
              <a:buNone/>
              <a:defRPr>
                <a:solidFill>
                  <a:schemeClr val="tx1">
                    <a:tint val="75000"/>
                  </a:schemeClr>
                </a:solidFill>
              </a:defRPr>
            </a:lvl6pPr>
            <a:lvl7pPr marL="6986656" indent="0" algn="ctr">
              <a:buNone/>
              <a:defRPr>
                <a:solidFill>
                  <a:schemeClr val="tx1">
                    <a:tint val="75000"/>
                  </a:schemeClr>
                </a:solidFill>
              </a:defRPr>
            </a:lvl7pPr>
            <a:lvl8pPr marL="8151099" indent="0" algn="ctr">
              <a:buNone/>
              <a:defRPr>
                <a:solidFill>
                  <a:schemeClr val="tx1">
                    <a:tint val="75000"/>
                  </a:schemeClr>
                </a:solidFill>
              </a:defRPr>
            </a:lvl8pPr>
            <a:lvl9pPr marL="9315541" indent="0" algn="ctr">
              <a:buNone/>
              <a:defRPr>
                <a:solidFill>
                  <a:schemeClr val="tx1">
                    <a:tint val="75000"/>
                  </a:schemeClr>
                </a:solidFill>
              </a:defRPr>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09D3DC52-FE48-43B9-9C13-ED50D6E9F625}" type="datetimeFigureOut">
              <a:rPr kumimoji="1" lang="ja-JP" altLang="en-US" smtClean="0"/>
              <a:t>2026/10/13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749F8E4E-2ECC-4971-82B7-5AF8B34D082F}" type="slidenum">
              <a:rPr kumimoji="1" lang="ja-JP" altLang="en-US" smtClean="0"/>
              <a:t>‹#›</a:t>
            </a:fld>
            <a:endParaRPr kumimoji="1" lang="ja-JP" altLang="en-US"/>
          </a:p>
        </p:txBody>
      </p:sp>
    </p:spTree>
    <p:extLst>
      <p:ext uri="{BB962C8B-B14F-4D97-AF65-F5344CB8AC3E}">
        <p14:creationId xmlns:p14="http://schemas.microsoft.com/office/powerpoint/2010/main" val="5358459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09D3DC52-FE48-43B9-9C13-ED50D6E9F625}" type="datetimeFigureOut">
              <a:rPr kumimoji="1" lang="ja-JP" altLang="en-US" smtClean="0"/>
              <a:t>2026/10/13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749F8E4E-2ECC-4971-82B7-5AF8B34D082F}" type="slidenum">
              <a:rPr kumimoji="1" lang="ja-JP" altLang="en-US" smtClean="0"/>
              <a:t>‹#›</a:t>
            </a:fld>
            <a:endParaRPr kumimoji="1" lang="ja-JP" altLang="en-US"/>
          </a:p>
        </p:txBody>
      </p:sp>
    </p:spTree>
    <p:extLst>
      <p:ext uri="{BB962C8B-B14F-4D97-AF65-F5344CB8AC3E}">
        <p14:creationId xmlns:p14="http://schemas.microsoft.com/office/powerpoint/2010/main" val="4215073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2391910" y="27508443"/>
            <a:ext cx="25737979" cy="8502250"/>
          </a:xfrm>
        </p:spPr>
        <p:txBody>
          <a:bodyPr anchor="t"/>
          <a:lstStyle>
            <a:lvl1pPr algn="l">
              <a:defRPr sz="10200" b="1" cap="all"/>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2391910" y="18144086"/>
            <a:ext cx="25737979" cy="9364361"/>
          </a:xfrm>
        </p:spPr>
        <p:txBody>
          <a:bodyPr anchor="b"/>
          <a:lstStyle>
            <a:lvl1pPr marL="0" indent="0">
              <a:buNone/>
              <a:defRPr sz="5100">
                <a:solidFill>
                  <a:schemeClr val="tx1">
                    <a:tint val="75000"/>
                  </a:schemeClr>
                </a:solidFill>
              </a:defRPr>
            </a:lvl1pPr>
            <a:lvl2pPr marL="1164443" indent="0">
              <a:buNone/>
              <a:defRPr sz="4600">
                <a:solidFill>
                  <a:schemeClr val="tx1">
                    <a:tint val="75000"/>
                  </a:schemeClr>
                </a:solidFill>
              </a:defRPr>
            </a:lvl2pPr>
            <a:lvl3pPr marL="2328885" indent="0">
              <a:buNone/>
              <a:defRPr sz="4100">
                <a:solidFill>
                  <a:schemeClr val="tx1">
                    <a:tint val="75000"/>
                  </a:schemeClr>
                </a:solidFill>
              </a:defRPr>
            </a:lvl3pPr>
            <a:lvl4pPr marL="3493328" indent="0">
              <a:buNone/>
              <a:defRPr sz="3600">
                <a:solidFill>
                  <a:schemeClr val="tx1">
                    <a:tint val="75000"/>
                  </a:schemeClr>
                </a:solidFill>
              </a:defRPr>
            </a:lvl4pPr>
            <a:lvl5pPr marL="4657771" indent="0">
              <a:buNone/>
              <a:defRPr sz="3600">
                <a:solidFill>
                  <a:schemeClr val="tx1">
                    <a:tint val="75000"/>
                  </a:schemeClr>
                </a:solidFill>
              </a:defRPr>
            </a:lvl5pPr>
            <a:lvl6pPr marL="5822213" indent="0">
              <a:buNone/>
              <a:defRPr sz="3600">
                <a:solidFill>
                  <a:schemeClr val="tx1">
                    <a:tint val="75000"/>
                  </a:schemeClr>
                </a:solidFill>
              </a:defRPr>
            </a:lvl6pPr>
            <a:lvl7pPr marL="6986656" indent="0">
              <a:buNone/>
              <a:defRPr sz="3600">
                <a:solidFill>
                  <a:schemeClr val="tx1">
                    <a:tint val="75000"/>
                  </a:schemeClr>
                </a:solidFill>
              </a:defRPr>
            </a:lvl7pPr>
            <a:lvl8pPr marL="8151099" indent="0">
              <a:buNone/>
              <a:defRPr sz="3600">
                <a:solidFill>
                  <a:schemeClr val="tx1">
                    <a:tint val="75000"/>
                  </a:schemeClr>
                </a:solidFill>
              </a:defRPr>
            </a:lvl8pPr>
            <a:lvl9pPr marL="9315541" indent="0">
              <a:buNone/>
              <a:defRPr sz="36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09D3DC52-FE48-43B9-9C13-ED50D6E9F625}" type="datetimeFigureOut">
              <a:rPr kumimoji="1" lang="ja-JP" altLang="en-US" smtClean="0"/>
              <a:t>2026/10/13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749F8E4E-2ECC-4971-82B7-5AF8B34D082F}" type="slidenum">
              <a:rPr kumimoji="1" lang="ja-JP" altLang="en-US" smtClean="0"/>
              <a:t>‹#›</a:t>
            </a:fld>
            <a:endParaRPr kumimoji="1" lang="ja-JP" altLang="en-US"/>
          </a:p>
        </p:txBody>
      </p:sp>
    </p:spTree>
    <p:extLst>
      <p:ext uri="{BB962C8B-B14F-4D97-AF65-F5344CB8AC3E}">
        <p14:creationId xmlns:p14="http://schemas.microsoft.com/office/powerpoint/2010/main" val="7809994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1513999" y="9988661"/>
            <a:ext cx="13373656" cy="28251646"/>
          </a:xfrm>
        </p:spPr>
        <p:txBody>
          <a:bodyPr/>
          <a:lstStyle>
            <a:lvl1pPr>
              <a:defRPr sz="7100"/>
            </a:lvl1pPr>
            <a:lvl2pPr>
              <a:defRPr sz="6100"/>
            </a:lvl2pPr>
            <a:lvl3pPr>
              <a:defRPr sz="5100"/>
            </a:lvl3pPr>
            <a:lvl4pPr>
              <a:defRPr sz="4600"/>
            </a:lvl4pPr>
            <a:lvl5pPr>
              <a:defRPr sz="4600"/>
            </a:lvl5pPr>
            <a:lvl6pPr>
              <a:defRPr sz="4600"/>
            </a:lvl6pPr>
            <a:lvl7pPr>
              <a:defRPr sz="4600"/>
            </a:lvl7pPr>
            <a:lvl8pPr>
              <a:defRPr sz="4600"/>
            </a:lvl8pPr>
            <a:lvl9pPr>
              <a:defRPr sz="46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15392320" y="9988661"/>
            <a:ext cx="13373656" cy="28251646"/>
          </a:xfrm>
        </p:spPr>
        <p:txBody>
          <a:bodyPr/>
          <a:lstStyle>
            <a:lvl1pPr>
              <a:defRPr sz="7100"/>
            </a:lvl1pPr>
            <a:lvl2pPr>
              <a:defRPr sz="6100"/>
            </a:lvl2pPr>
            <a:lvl3pPr>
              <a:defRPr sz="5100"/>
            </a:lvl3pPr>
            <a:lvl4pPr>
              <a:defRPr sz="4600"/>
            </a:lvl4pPr>
            <a:lvl5pPr>
              <a:defRPr sz="4600"/>
            </a:lvl5pPr>
            <a:lvl6pPr>
              <a:defRPr sz="4600"/>
            </a:lvl6pPr>
            <a:lvl7pPr>
              <a:defRPr sz="4600"/>
            </a:lvl7pPr>
            <a:lvl8pPr>
              <a:defRPr sz="4600"/>
            </a:lvl8pPr>
            <a:lvl9pPr>
              <a:defRPr sz="46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09D3DC52-FE48-43B9-9C13-ED50D6E9F625}" type="datetimeFigureOut">
              <a:rPr kumimoji="1" lang="ja-JP" altLang="en-US" smtClean="0"/>
              <a:t>2026/10/13</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749F8E4E-2ECC-4971-82B7-5AF8B34D082F}" type="slidenum">
              <a:rPr kumimoji="1" lang="ja-JP" altLang="en-US" smtClean="0"/>
              <a:t>‹#›</a:t>
            </a:fld>
            <a:endParaRPr kumimoji="1" lang="ja-JP" altLang="en-US"/>
          </a:p>
        </p:txBody>
      </p:sp>
    </p:spTree>
    <p:extLst>
      <p:ext uri="{BB962C8B-B14F-4D97-AF65-F5344CB8AC3E}">
        <p14:creationId xmlns:p14="http://schemas.microsoft.com/office/powerpoint/2010/main" val="27622325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1514001" y="9582373"/>
            <a:ext cx="13378914" cy="3993477"/>
          </a:xfrm>
        </p:spPr>
        <p:txBody>
          <a:bodyPr anchor="b"/>
          <a:lstStyle>
            <a:lvl1pPr marL="0" indent="0">
              <a:buNone/>
              <a:defRPr sz="6100" b="1"/>
            </a:lvl1pPr>
            <a:lvl2pPr marL="1164443" indent="0">
              <a:buNone/>
              <a:defRPr sz="5100" b="1"/>
            </a:lvl2pPr>
            <a:lvl3pPr marL="2328885" indent="0">
              <a:buNone/>
              <a:defRPr sz="4600" b="1"/>
            </a:lvl3pPr>
            <a:lvl4pPr marL="3493328" indent="0">
              <a:buNone/>
              <a:defRPr sz="4100" b="1"/>
            </a:lvl4pPr>
            <a:lvl5pPr marL="4657771" indent="0">
              <a:buNone/>
              <a:defRPr sz="4100" b="1"/>
            </a:lvl5pPr>
            <a:lvl6pPr marL="5822213" indent="0">
              <a:buNone/>
              <a:defRPr sz="4100" b="1"/>
            </a:lvl6pPr>
            <a:lvl7pPr marL="6986656" indent="0">
              <a:buNone/>
              <a:defRPr sz="4100" b="1"/>
            </a:lvl7pPr>
            <a:lvl8pPr marL="8151099" indent="0">
              <a:buNone/>
              <a:defRPr sz="4100" b="1"/>
            </a:lvl8pPr>
            <a:lvl9pPr marL="9315541" indent="0">
              <a:buNone/>
              <a:defRPr sz="41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1514001" y="13575850"/>
            <a:ext cx="13378914" cy="24664453"/>
          </a:xfrm>
        </p:spPr>
        <p:txBody>
          <a:bodyPr/>
          <a:lstStyle>
            <a:lvl1pPr>
              <a:defRPr sz="6100"/>
            </a:lvl1pPr>
            <a:lvl2pPr>
              <a:defRPr sz="5100"/>
            </a:lvl2pPr>
            <a:lvl3pPr>
              <a:defRPr sz="4600"/>
            </a:lvl3pPr>
            <a:lvl4pPr>
              <a:defRPr sz="4100"/>
            </a:lvl4pPr>
            <a:lvl5pPr>
              <a:defRPr sz="4100"/>
            </a:lvl5pPr>
            <a:lvl6pPr>
              <a:defRPr sz="4100"/>
            </a:lvl6pPr>
            <a:lvl7pPr>
              <a:defRPr sz="4100"/>
            </a:lvl7pPr>
            <a:lvl8pPr>
              <a:defRPr sz="4100"/>
            </a:lvl8pPr>
            <a:lvl9pPr>
              <a:defRPr sz="41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15381810" y="9582373"/>
            <a:ext cx="13384168" cy="3993477"/>
          </a:xfrm>
        </p:spPr>
        <p:txBody>
          <a:bodyPr anchor="b"/>
          <a:lstStyle>
            <a:lvl1pPr marL="0" indent="0">
              <a:buNone/>
              <a:defRPr sz="6100" b="1"/>
            </a:lvl1pPr>
            <a:lvl2pPr marL="1164443" indent="0">
              <a:buNone/>
              <a:defRPr sz="5100" b="1"/>
            </a:lvl2pPr>
            <a:lvl3pPr marL="2328885" indent="0">
              <a:buNone/>
              <a:defRPr sz="4600" b="1"/>
            </a:lvl3pPr>
            <a:lvl4pPr marL="3493328" indent="0">
              <a:buNone/>
              <a:defRPr sz="4100" b="1"/>
            </a:lvl4pPr>
            <a:lvl5pPr marL="4657771" indent="0">
              <a:buNone/>
              <a:defRPr sz="4100" b="1"/>
            </a:lvl5pPr>
            <a:lvl6pPr marL="5822213" indent="0">
              <a:buNone/>
              <a:defRPr sz="4100" b="1"/>
            </a:lvl6pPr>
            <a:lvl7pPr marL="6986656" indent="0">
              <a:buNone/>
              <a:defRPr sz="4100" b="1"/>
            </a:lvl7pPr>
            <a:lvl8pPr marL="8151099" indent="0">
              <a:buNone/>
              <a:defRPr sz="4100" b="1"/>
            </a:lvl8pPr>
            <a:lvl9pPr marL="9315541" indent="0">
              <a:buNone/>
              <a:defRPr sz="41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15381810" y="13575850"/>
            <a:ext cx="13384168" cy="24664453"/>
          </a:xfrm>
        </p:spPr>
        <p:txBody>
          <a:bodyPr/>
          <a:lstStyle>
            <a:lvl1pPr>
              <a:defRPr sz="6100"/>
            </a:lvl1pPr>
            <a:lvl2pPr>
              <a:defRPr sz="5100"/>
            </a:lvl2pPr>
            <a:lvl3pPr>
              <a:defRPr sz="4600"/>
            </a:lvl3pPr>
            <a:lvl4pPr>
              <a:defRPr sz="4100"/>
            </a:lvl4pPr>
            <a:lvl5pPr>
              <a:defRPr sz="4100"/>
            </a:lvl5pPr>
            <a:lvl6pPr>
              <a:defRPr sz="4100"/>
            </a:lvl6pPr>
            <a:lvl7pPr>
              <a:defRPr sz="4100"/>
            </a:lvl7pPr>
            <a:lvl8pPr>
              <a:defRPr sz="4100"/>
            </a:lvl8pPr>
            <a:lvl9pPr>
              <a:defRPr sz="41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09D3DC52-FE48-43B9-9C13-ED50D6E9F625}" type="datetimeFigureOut">
              <a:rPr kumimoji="1" lang="ja-JP" altLang="en-US" smtClean="0"/>
              <a:t>2026/10/13</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749F8E4E-2ECC-4971-82B7-5AF8B34D082F}" type="slidenum">
              <a:rPr kumimoji="1" lang="ja-JP" altLang="en-US" smtClean="0"/>
              <a:t>‹#›</a:t>
            </a:fld>
            <a:endParaRPr kumimoji="1" lang="ja-JP" altLang="en-US"/>
          </a:p>
        </p:txBody>
      </p:sp>
    </p:spTree>
    <p:extLst>
      <p:ext uri="{BB962C8B-B14F-4D97-AF65-F5344CB8AC3E}">
        <p14:creationId xmlns:p14="http://schemas.microsoft.com/office/powerpoint/2010/main" val="14974660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09D3DC52-FE48-43B9-9C13-ED50D6E9F625}" type="datetimeFigureOut">
              <a:rPr kumimoji="1" lang="ja-JP" altLang="en-US" smtClean="0"/>
              <a:t>2026/10/13</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749F8E4E-2ECC-4971-82B7-5AF8B34D082F}" type="slidenum">
              <a:rPr kumimoji="1" lang="ja-JP" altLang="en-US" smtClean="0"/>
              <a:t>‹#›</a:t>
            </a:fld>
            <a:endParaRPr kumimoji="1" lang="ja-JP" altLang="en-US"/>
          </a:p>
        </p:txBody>
      </p:sp>
    </p:spTree>
    <p:extLst>
      <p:ext uri="{BB962C8B-B14F-4D97-AF65-F5344CB8AC3E}">
        <p14:creationId xmlns:p14="http://schemas.microsoft.com/office/powerpoint/2010/main" val="34046228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09D3DC52-FE48-43B9-9C13-ED50D6E9F625}" type="datetimeFigureOut">
              <a:rPr kumimoji="1" lang="ja-JP" altLang="en-US" smtClean="0"/>
              <a:t>2026/10/13</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749F8E4E-2ECC-4971-82B7-5AF8B34D082F}" type="slidenum">
              <a:rPr kumimoji="1" lang="ja-JP" altLang="en-US" smtClean="0"/>
              <a:t>‹#›</a:t>
            </a:fld>
            <a:endParaRPr kumimoji="1" lang="ja-JP" altLang="en-US"/>
          </a:p>
        </p:txBody>
      </p:sp>
    </p:spTree>
    <p:extLst>
      <p:ext uri="{BB962C8B-B14F-4D97-AF65-F5344CB8AC3E}">
        <p14:creationId xmlns:p14="http://schemas.microsoft.com/office/powerpoint/2010/main" val="25161646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1514001" y="1704417"/>
            <a:ext cx="9961904" cy="7253666"/>
          </a:xfrm>
        </p:spPr>
        <p:txBody>
          <a:bodyPr anchor="b"/>
          <a:lstStyle>
            <a:lvl1pPr algn="l">
              <a:defRPr sz="5100" b="1"/>
            </a:lvl1pPr>
          </a:lstStyle>
          <a:p>
            <a:r>
              <a:rPr kumimoji="1" lang="ja-JP" altLang="en-US"/>
              <a:t>マスター タイトルの書式設定</a:t>
            </a:r>
          </a:p>
        </p:txBody>
      </p:sp>
      <p:sp>
        <p:nvSpPr>
          <p:cNvPr id="3" name="コンテンツ プレースホルダー 2"/>
          <p:cNvSpPr>
            <a:spLocks noGrp="1"/>
          </p:cNvSpPr>
          <p:nvPr>
            <p:ph idx="1"/>
          </p:nvPr>
        </p:nvSpPr>
        <p:spPr>
          <a:xfrm>
            <a:off x="11838630" y="1704415"/>
            <a:ext cx="16927349" cy="36535892"/>
          </a:xfrm>
        </p:spPr>
        <p:txBody>
          <a:bodyPr/>
          <a:lstStyle>
            <a:lvl1pPr>
              <a:defRPr sz="8200"/>
            </a:lvl1pPr>
            <a:lvl2pPr>
              <a:defRPr sz="7100"/>
            </a:lvl2pPr>
            <a:lvl3pPr>
              <a:defRPr sz="6100"/>
            </a:lvl3pPr>
            <a:lvl4pPr>
              <a:defRPr sz="5100"/>
            </a:lvl4pPr>
            <a:lvl5pPr>
              <a:defRPr sz="5100"/>
            </a:lvl5pPr>
            <a:lvl6pPr>
              <a:defRPr sz="5100"/>
            </a:lvl6pPr>
            <a:lvl7pPr>
              <a:defRPr sz="5100"/>
            </a:lvl7pPr>
            <a:lvl8pPr>
              <a:defRPr sz="5100"/>
            </a:lvl8pPr>
            <a:lvl9pPr>
              <a:defRPr sz="51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1514001" y="8958087"/>
            <a:ext cx="9961904" cy="29282226"/>
          </a:xfrm>
        </p:spPr>
        <p:txBody>
          <a:bodyPr/>
          <a:lstStyle>
            <a:lvl1pPr marL="0" indent="0">
              <a:buNone/>
              <a:defRPr sz="3600"/>
            </a:lvl1pPr>
            <a:lvl2pPr marL="1164443" indent="0">
              <a:buNone/>
              <a:defRPr sz="3100"/>
            </a:lvl2pPr>
            <a:lvl3pPr marL="2328885" indent="0">
              <a:buNone/>
              <a:defRPr sz="2500"/>
            </a:lvl3pPr>
            <a:lvl4pPr marL="3493328" indent="0">
              <a:buNone/>
              <a:defRPr sz="2300"/>
            </a:lvl4pPr>
            <a:lvl5pPr marL="4657771" indent="0">
              <a:buNone/>
              <a:defRPr sz="2300"/>
            </a:lvl5pPr>
            <a:lvl6pPr marL="5822213" indent="0">
              <a:buNone/>
              <a:defRPr sz="2300"/>
            </a:lvl6pPr>
            <a:lvl7pPr marL="6986656" indent="0">
              <a:buNone/>
              <a:defRPr sz="2300"/>
            </a:lvl7pPr>
            <a:lvl8pPr marL="8151099" indent="0">
              <a:buNone/>
              <a:defRPr sz="2300"/>
            </a:lvl8pPr>
            <a:lvl9pPr marL="9315541" indent="0">
              <a:buNone/>
              <a:defRPr sz="23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09D3DC52-FE48-43B9-9C13-ED50D6E9F625}" type="datetimeFigureOut">
              <a:rPr kumimoji="1" lang="ja-JP" altLang="en-US" smtClean="0"/>
              <a:t>2026/10/13</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749F8E4E-2ECC-4971-82B7-5AF8B34D082F}" type="slidenum">
              <a:rPr kumimoji="1" lang="ja-JP" altLang="en-US" smtClean="0"/>
              <a:t>‹#›</a:t>
            </a:fld>
            <a:endParaRPr kumimoji="1" lang="ja-JP" altLang="en-US"/>
          </a:p>
        </p:txBody>
      </p:sp>
    </p:spTree>
    <p:extLst>
      <p:ext uri="{BB962C8B-B14F-4D97-AF65-F5344CB8AC3E}">
        <p14:creationId xmlns:p14="http://schemas.microsoft.com/office/powerpoint/2010/main" val="3814862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5935088" y="29965973"/>
            <a:ext cx="18167985" cy="3537654"/>
          </a:xfrm>
        </p:spPr>
        <p:txBody>
          <a:bodyPr anchor="b"/>
          <a:lstStyle>
            <a:lvl1pPr algn="l">
              <a:defRPr sz="5100" b="1"/>
            </a:lvl1pPr>
          </a:lstStyle>
          <a:p>
            <a:r>
              <a:rPr kumimoji="1" lang="ja-JP" altLang="en-US"/>
              <a:t>マスター タイトルの書式設定</a:t>
            </a:r>
          </a:p>
        </p:txBody>
      </p:sp>
      <p:sp>
        <p:nvSpPr>
          <p:cNvPr id="3" name="図プレースホルダー 2"/>
          <p:cNvSpPr>
            <a:spLocks noGrp="1"/>
          </p:cNvSpPr>
          <p:nvPr>
            <p:ph type="pic" idx="1"/>
          </p:nvPr>
        </p:nvSpPr>
        <p:spPr>
          <a:xfrm>
            <a:off x="5935088" y="3825020"/>
            <a:ext cx="18167985" cy="25685116"/>
          </a:xfrm>
        </p:spPr>
        <p:txBody>
          <a:bodyPr/>
          <a:lstStyle>
            <a:lvl1pPr marL="0" indent="0">
              <a:buNone/>
              <a:defRPr sz="8200"/>
            </a:lvl1pPr>
            <a:lvl2pPr marL="1164443" indent="0">
              <a:buNone/>
              <a:defRPr sz="7100"/>
            </a:lvl2pPr>
            <a:lvl3pPr marL="2328885" indent="0">
              <a:buNone/>
              <a:defRPr sz="6100"/>
            </a:lvl3pPr>
            <a:lvl4pPr marL="3493328" indent="0">
              <a:buNone/>
              <a:defRPr sz="5100"/>
            </a:lvl4pPr>
            <a:lvl5pPr marL="4657771" indent="0">
              <a:buNone/>
              <a:defRPr sz="5100"/>
            </a:lvl5pPr>
            <a:lvl6pPr marL="5822213" indent="0">
              <a:buNone/>
              <a:defRPr sz="5100"/>
            </a:lvl6pPr>
            <a:lvl7pPr marL="6986656" indent="0">
              <a:buNone/>
              <a:defRPr sz="5100"/>
            </a:lvl7pPr>
            <a:lvl8pPr marL="8151099" indent="0">
              <a:buNone/>
              <a:defRPr sz="5100"/>
            </a:lvl8pPr>
            <a:lvl9pPr marL="9315541" indent="0">
              <a:buNone/>
              <a:defRPr sz="5100"/>
            </a:lvl9pPr>
          </a:lstStyle>
          <a:p>
            <a:endParaRPr kumimoji="1" lang="ja-JP" altLang="en-US"/>
          </a:p>
        </p:txBody>
      </p:sp>
      <p:sp>
        <p:nvSpPr>
          <p:cNvPr id="4" name="テキスト プレースホルダー 3"/>
          <p:cNvSpPr>
            <a:spLocks noGrp="1"/>
          </p:cNvSpPr>
          <p:nvPr>
            <p:ph type="body" sz="half" idx="2"/>
          </p:nvPr>
        </p:nvSpPr>
        <p:spPr>
          <a:xfrm>
            <a:off x="5935088" y="33503621"/>
            <a:ext cx="18167985" cy="5024053"/>
          </a:xfrm>
        </p:spPr>
        <p:txBody>
          <a:bodyPr/>
          <a:lstStyle>
            <a:lvl1pPr marL="0" indent="0">
              <a:buNone/>
              <a:defRPr sz="3600"/>
            </a:lvl1pPr>
            <a:lvl2pPr marL="1164443" indent="0">
              <a:buNone/>
              <a:defRPr sz="3100"/>
            </a:lvl2pPr>
            <a:lvl3pPr marL="2328885" indent="0">
              <a:buNone/>
              <a:defRPr sz="2500"/>
            </a:lvl3pPr>
            <a:lvl4pPr marL="3493328" indent="0">
              <a:buNone/>
              <a:defRPr sz="2300"/>
            </a:lvl4pPr>
            <a:lvl5pPr marL="4657771" indent="0">
              <a:buNone/>
              <a:defRPr sz="2300"/>
            </a:lvl5pPr>
            <a:lvl6pPr marL="5822213" indent="0">
              <a:buNone/>
              <a:defRPr sz="2300"/>
            </a:lvl6pPr>
            <a:lvl7pPr marL="6986656" indent="0">
              <a:buNone/>
              <a:defRPr sz="2300"/>
            </a:lvl7pPr>
            <a:lvl8pPr marL="8151099" indent="0">
              <a:buNone/>
              <a:defRPr sz="2300"/>
            </a:lvl8pPr>
            <a:lvl9pPr marL="9315541" indent="0">
              <a:buNone/>
              <a:defRPr sz="23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09D3DC52-FE48-43B9-9C13-ED50D6E9F625}" type="datetimeFigureOut">
              <a:rPr kumimoji="1" lang="ja-JP" altLang="en-US" smtClean="0"/>
              <a:t>2026/10/13</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749F8E4E-2ECC-4971-82B7-5AF8B34D082F}" type="slidenum">
              <a:rPr kumimoji="1" lang="ja-JP" altLang="en-US" smtClean="0"/>
              <a:t>‹#›</a:t>
            </a:fld>
            <a:endParaRPr kumimoji="1" lang="ja-JP" altLang="en-US"/>
          </a:p>
        </p:txBody>
      </p:sp>
    </p:spTree>
    <p:extLst>
      <p:ext uri="{BB962C8B-B14F-4D97-AF65-F5344CB8AC3E}">
        <p14:creationId xmlns:p14="http://schemas.microsoft.com/office/powerpoint/2010/main" val="33840072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09D3DC52-FE48-43B9-9C13-ED50D6E9F625}" type="datetimeFigureOut">
              <a:rPr kumimoji="1" lang="ja-JP" altLang="en-US" smtClean="0"/>
              <a:t>2026/10/13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749F8E4E-2ECC-4971-82B7-5AF8B34D082F}" type="slidenum">
              <a:rPr kumimoji="1" lang="ja-JP" altLang="en-US" smtClean="0"/>
              <a:t>‹#›</a:t>
            </a:fld>
            <a:endParaRPr kumimoji="1" lang="ja-JP" altLang="en-US"/>
          </a:p>
        </p:txBody>
      </p:sp>
    </p:spTree>
    <p:extLst>
      <p:ext uri="{BB962C8B-B14F-4D97-AF65-F5344CB8AC3E}">
        <p14:creationId xmlns:p14="http://schemas.microsoft.com/office/powerpoint/2010/main" val="1757208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21952982" y="1714335"/>
            <a:ext cx="6812994" cy="36525974"/>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1514000" y="1714335"/>
            <a:ext cx="19934317" cy="36525974"/>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09D3DC52-FE48-43B9-9C13-ED50D6E9F625}" type="datetimeFigureOut">
              <a:rPr kumimoji="1" lang="ja-JP" altLang="en-US" smtClean="0"/>
              <a:t>2026/10/13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749F8E4E-2ECC-4971-82B7-5AF8B34D082F}" type="slidenum">
              <a:rPr kumimoji="1" lang="ja-JP" altLang="en-US" smtClean="0"/>
              <a:t>‹#›</a:t>
            </a:fld>
            <a:endParaRPr kumimoji="1" lang="ja-JP" altLang="en-US"/>
          </a:p>
        </p:txBody>
      </p:sp>
    </p:spTree>
    <p:extLst>
      <p:ext uri="{BB962C8B-B14F-4D97-AF65-F5344CB8AC3E}">
        <p14:creationId xmlns:p14="http://schemas.microsoft.com/office/powerpoint/2010/main" val="14292357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1513999" y="1714325"/>
            <a:ext cx="27251978" cy="7134756"/>
          </a:xfrm>
          <a:prstGeom prst="rect">
            <a:avLst/>
          </a:prstGeom>
        </p:spPr>
        <p:txBody>
          <a:bodyPr vert="horz" lIns="232889" tIns="116444" rIns="232889" bIns="116444"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1513999" y="9988661"/>
            <a:ext cx="27251978" cy="28251646"/>
          </a:xfrm>
          <a:prstGeom prst="rect">
            <a:avLst/>
          </a:prstGeom>
        </p:spPr>
        <p:txBody>
          <a:bodyPr vert="horz" lIns="232889" tIns="116444" rIns="232889" bIns="116444"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1513999" y="39677169"/>
            <a:ext cx="7065328" cy="2279156"/>
          </a:xfrm>
          <a:prstGeom prst="rect">
            <a:avLst/>
          </a:prstGeom>
        </p:spPr>
        <p:txBody>
          <a:bodyPr vert="horz" lIns="232889" tIns="116444" rIns="232889" bIns="116444" rtlCol="0" anchor="ctr"/>
          <a:lstStyle>
            <a:lvl1pPr algn="l">
              <a:defRPr sz="3100">
                <a:solidFill>
                  <a:schemeClr val="tx1">
                    <a:tint val="75000"/>
                  </a:schemeClr>
                </a:solidFill>
              </a:defRPr>
            </a:lvl1pPr>
          </a:lstStyle>
          <a:p>
            <a:fld id="{09D3DC52-FE48-43B9-9C13-ED50D6E9F625}" type="datetimeFigureOut">
              <a:rPr kumimoji="1" lang="ja-JP" altLang="en-US" smtClean="0"/>
              <a:t>2026/10/13</a:t>
            </a:fld>
            <a:endParaRPr kumimoji="1" lang="ja-JP" altLang="en-US"/>
          </a:p>
        </p:txBody>
      </p:sp>
      <p:sp>
        <p:nvSpPr>
          <p:cNvPr id="5" name="フッター プレースホルダー 4"/>
          <p:cNvSpPr>
            <a:spLocks noGrp="1"/>
          </p:cNvSpPr>
          <p:nvPr>
            <p:ph type="ftr" sz="quarter" idx="3"/>
          </p:nvPr>
        </p:nvSpPr>
        <p:spPr>
          <a:xfrm>
            <a:off x="10345659" y="39677169"/>
            <a:ext cx="9588659" cy="2279156"/>
          </a:xfrm>
          <a:prstGeom prst="rect">
            <a:avLst/>
          </a:prstGeom>
        </p:spPr>
        <p:txBody>
          <a:bodyPr vert="horz" lIns="232889" tIns="116444" rIns="232889" bIns="116444" rtlCol="0" anchor="ctr"/>
          <a:lstStyle>
            <a:lvl1pPr algn="ctr">
              <a:defRPr sz="31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21700649" y="39677169"/>
            <a:ext cx="7065328" cy="2279156"/>
          </a:xfrm>
          <a:prstGeom prst="rect">
            <a:avLst/>
          </a:prstGeom>
        </p:spPr>
        <p:txBody>
          <a:bodyPr vert="horz" lIns="232889" tIns="116444" rIns="232889" bIns="116444" rtlCol="0" anchor="ctr"/>
          <a:lstStyle>
            <a:lvl1pPr algn="r">
              <a:defRPr sz="3100">
                <a:solidFill>
                  <a:schemeClr val="tx1">
                    <a:tint val="75000"/>
                  </a:schemeClr>
                </a:solidFill>
              </a:defRPr>
            </a:lvl1pPr>
          </a:lstStyle>
          <a:p>
            <a:fld id="{749F8E4E-2ECC-4971-82B7-5AF8B34D082F}" type="slidenum">
              <a:rPr kumimoji="1" lang="ja-JP" altLang="en-US" smtClean="0"/>
              <a:t>‹#›</a:t>
            </a:fld>
            <a:endParaRPr kumimoji="1" lang="ja-JP" altLang="en-US"/>
          </a:p>
        </p:txBody>
      </p:sp>
    </p:spTree>
    <p:extLst>
      <p:ext uri="{BB962C8B-B14F-4D97-AF65-F5344CB8AC3E}">
        <p14:creationId xmlns:p14="http://schemas.microsoft.com/office/powerpoint/2010/main" val="30810038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2328885" rtl="0" eaLnBrk="1" latinLnBrk="0" hangingPunct="1">
        <a:spcBef>
          <a:spcPct val="0"/>
        </a:spcBef>
        <a:buNone/>
        <a:defRPr kumimoji="1" sz="11200" kern="1200">
          <a:solidFill>
            <a:schemeClr val="tx1"/>
          </a:solidFill>
          <a:latin typeface="+mj-lt"/>
          <a:ea typeface="+mj-ea"/>
          <a:cs typeface="+mj-cs"/>
        </a:defRPr>
      </a:lvl1pPr>
    </p:titleStyle>
    <p:bodyStyle>
      <a:lvl1pPr marL="873332" indent="-873332" algn="l" defTabSz="2328885" rtl="0" eaLnBrk="1" latinLnBrk="0" hangingPunct="1">
        <a:spcBef>
          <a:spcPct val="20000"/>
        </a:spcBef>
        <a:buFont typeface="Arial" panose="020B0604020202020204" pitchFamily="34" charset="0"/>
        <a:buChar char="•"/>
        <a:defRPr kumimoji="1" sz="8200" kern="1200">
          <a:solidFill>
            <a:schemeClr val="tx1"/>
          </a:solidFill>
          <a:latin typeface="+mn-lt"/>
          <a:ea typeface="+mn-ea"/>
          <a:cs typeface="+mn-cs"/>
        </a:defRPr>
      </a:lvl1pPr>
      <a:lvl2pPr marL="1892219" indent="-727777" algn="l" defTabSz="2328885" rtl="0" eaLnBrk="1" latinLnBrk="0" hangingPunct="1">
        <a:spcBef>
          <a:spcPct val="20000"/>
        </a:spcBef>
        <a:buFont typeface="Arial" panose="020B0604020202020204" pitchFamily="34" charset="0"/>
        <a:buChar char="–"/>
        <a:defRPr kumimoji="1" sz="7100" kern="1200">
          <a:solidFill>
            <a:schemeClr val="tx1"/>
          </a:solidFill>
          <a:latin typeface="+mn-lt"/>
          <a:ea typeface="+mn-ea"/>
          <a:cs typeface="+mn-cs"/>
        </a:defRPr>
      </a:lvl2pPr>
      <a:lvl3pPr marL="2911107" indent="-582221" algn="l" defTabSz="2328885" rtl="0" eaLnBrk="1" latinLnBrk="0" hangingPunct="1">
        <a:spcBef>
          <a:spcPct val="20000"/>
        </a:spcBef>
        <a:buFont typeface="Arial" panose="020B0604020202020204" pitchFamily="34" charset="0"/>
        <a:buChar char="•"/>
        <a:defRPr kumimoji="1" sz="6100" kern="1200">
          <a:solidFill>
            <a:schemeClr val="tx1"/>
          </a:solidFill>
          <a:latin typeface="+mn-lt"/>
          <a:ea typeface="+mn-ea"/>
          <a:cs typeface="+mn-cs"/>
        </a:defRPr>
      </a:lvl3pPr>
      <a:lvl4pPr marL="4075549" indent="-582221" algn="l" defTabSz="2328885" rtl="0" eaLnBrk="1" latinLnBrk="0" hangingPunct="1">
        <a:spcBef>
          <a:spcPct val="20000"/>
        </a:spcBef>
        <a:buFont typeface="Arial" panose="020B0604020202020204" pitchFamily="34" charset="0"/>
        <a:buChar char="–"/>
        <a:defRPr kumimoji="1" sz="5100" kern="1200">
          <a:solidFill>
            <a:schemeClr val="tx1"/>
          </a:solidFill>
          <a:latin typeface="+mn-lt"/>
          <a:ea typeface="+mn-ea"/>
          <a:cs typeface="+mn-cs"/>
        </a:defRPr>
      </a:lvl4pPr>
      <a:lvl5pPr marL="5239992" indent="-582221" algn="l" defTabSz="2328885" rtl="0" eaLnBrk="1" latinLnBrk="0" hangingPunct="1">
        <a:spcBef>
          <a:spcPct val="20000"/>
        </a:spcBef>
        <a:buFont typeface="Arial" panose="020B0604020202020204" pitchFamily="34" charset="0"/>
        <a:buChar char="»"/>
        <a:defRPr kumimoji="1" sz="5100" kern="1200">
          <a:solidFill>
            <a:schemeClr val="tx1"/>
          </a:solidFill>
          <a:latin typeface="+mn-lt"/>
          <a:ea typeface="+mn-ea"/>
          <a:cs typeface="+mn-cs"/>
        </a:defRPr>
      </a:lvl5pPr>
      <a:lvl6pPr marL="6404435" indent="-582221" algn="l" defTabSz="2328885" rtl="0" eaLnBrk="1" latinLnBrk="0" hangingPunct="1">
        <a:spcBef>
          <a:spcPct val="20000"/>
        </a:spcBef>
        <a:buFont typeface="Arial" panose="020B0604020202020204" pitchFamily="34" charset="0"/>
        <a:buChar char="•"/>
        <a:defRPr kumimoji="1" sz="5100" kern="1200">
          <a:solidFill>
            <a:schemeClr val="tx1"/>
          </a:solidFill>
          <a:latin typeface="+mn-lt"/>
          <a:ea typeface="+mn-ea"/>
          <a:cs typeface="+mn-cs"/>
        </a:defRPr>
      </a:lvl6pPr>
      <a:lvl7pPr marL="7568877" indent="-582221" algn="l" defTabSz="2328885" rtl="0" eaLnBrk="1" latinLnBrk="0" hangingPunct="1">
        <a:spcBef>
          <a:spcPct val="20000"/>
        </a:spcBef>
        <a:buFont typeface="Arial" panose="020B0604020202020204" pitchFamily="34" charset="0"/>
        <a:buChar char="•"/>
        <a:defRPr kumimoji="1" sz="5100" kern="1200">
          <a:solidFill>
            <a:schemeClr val="tx1"/>
          </a:solidFill>
          <a:latin typeface="+mn-lt"/>
          <a:ea typeface="+mn-ea"/>
          <a:cs typeface="+mn-cs"/>
        </a:defRPr>
      </a:lvl7pPr>
      <a:lvl8pPr marL="8733320" indent="-582221" algn="l" defTabSz="2328885" rtl="0" eaLnBrk="1" latinLnBrk="0" hangingPunct="1">
        <a:spcBef>
          <a:spcPct val="20000"/>
        </a:spcBef>
        <a:buFont typeface="Arial" panose="020B0604020202020204" pitchFamily="34" charset="0"/>
        <a:buChar char="•"/>
        <a:defRPr kumimoji="1" sz="5100" kern="1200">
          <a:solidFill>
            <a:schemeClr val="tx1"/>
          </a:solidFill>
          <a:latin typeface="+mn-lt"/>
          <a:ea typeface="+mn-ea"/>
          <a:cs typeface="+mn-cs"/>
        </a:defRPr>
      </a:lvl8pPr>
      <a:lvl9pPr marL="9897763" indent="-582221" algn="l" defTabSz="2328885" rtl="0" eaLnBrk="1" latinLnBrk="0" hangingPunct="1">
        <a:spcBef>
          <a:spcPct val="20000"/>
        </a:spcBef>
        <a:buFont typeface="Arial" panose="020B0604020202020204" pitchFamily="34" charset="0"/>
        <a:buChar char="•"/>
        <a:defRPr kumimoji="1" sz="5100" kern="1200">
          <a:solidFill>
            <a:schemeClr val="tx1"/>
          </a:solidFill>
          <a:latin typeface="+mn-lt"/>
          <a:ea typeface="+mn-ea"/>
          <a:cs typeface="+mn-cs"/>
        </a:defRPr>
      </a:lvl9pPr>
    </p:bodyStyle>
    <p:otherStyle>
      <a:defPPr>
        <a:defRPr lang="ja-JP"/>
      </a:defPPr>
      <a:lvl1pPr marL="0" algn="l" defTabSz="2328885" rtl="0" eaLnBrk="1" latinLnBrk="0" hangingPunct="1">
        <a:defRPr kumimoji="1" sz="4600" kern="1200">
          <a:solidFill>
            <a:schemeClr val="tx1"/>
          </a:solidFill>
          <a:latin typeface="+mn-lt"/>
          <a:ea typeface="+mn-ea"/>
          <a:cs typeface="+mn-cs"/>
        </a:defRPr>
      </a:lvl1pPr>
      <a:lvl2pPr marL="1164443" algn="l" defTabSz="2328885" rtl="0" eaLnBrk="1" latinLnBrk="0" hangingPunct="1">
        <a:defRPr kumimoji="1" sz="4600" kern="1200">
          <a:solidFill>
            <a:schemeClr val="tx1"/>
          </a:solidFill>
          <a:latin typeface="+mn-lt"/>
          <a:ea typeface="+mn-ea"/>
          <a:cs typeface="+mn-cs"/>
        </a:defRPr>
      </a:lvl2pPr>
      <a:lvl3pPr marL="2328885" algn="l" defTabSz="2328885" rtl="0" eaLnBrk="1" latinLnBrk="0" hangingPunct="1">
        <a:defRPr kumimoji="1" sz="4600" kern="1200">
          <a:solidFill>
            <a:schemeClr val="tx1"/>
          </a:solidFill>
          <a:latin typeface="+mn-lt"/>
          <a:ea typeface="+mn-ea"/>
          <a:cs typeface="+mn-cs"/>
        </a:defRPr>
      </a:lvl3pPr>
      <a:lvl4pPr marL="3493328" algn="l" defTabSz="2328885" rtl="0" eaLnBrk="1" latinLnBrk="0" hangingPunct="1">
        <a:defRPr kumimoji="1" sz="4600" kern="1200">
          <a:solidFill>
            <a:schemeClr val="tx1"/>
          </a:solidFill>
          <a:latin typeface="+mn-lt"/>
          <a:ea typeface="+mn-ea"/>
          <a:cs typeface="+mn-cs"/>
        </a:defRPr>
      </a:lvl4pPr>
      <a:lvl5pPr marL="4657771" algn="l" defTabSz="2328885" rtl="0" eaLnBrk="1" latinLnBrk="0" hangingPunct="1">
        <a:defRPr kumimoji="1" sz="4600" kern="1200">
          <a:solidFill>
            <a:schemeClr val="tx1"/>
          </a:solidFill>
          <a:latin typeface="+mn-lt"/>
          <a:ea typeface="+mn-ea"/>
          <a:cs typeface="+mn-cs"/>
        </a:defRPr>
      </a:lvl5pPr>
      <a:lvl6pPr marL="5822213" algn="l" defTabSz="2328885" rtl="0" eaLnBrk="1" latinLnBrk="0" hangingPunct="1">
        <a:defRPr kumimoji="1" sz="4600" kern="1200">
          <a:solidFill>
            <a:schemeClr val="tx1"/>
          </a:solidFill>
          <a:latin typeface="+mn-lt"/>
          <a:ea typeface="+mn-ea"/>
          <a:cs typeface="+mn-cs"/>
        </a:defRPr>
      </a:lvl6pPr>
      <a:lvl7pPr marL="6986656" algn="l" defTabSz="2328885" rtl="0" eaLnBrk="1" latinLnBrk="0" hangingPunct="1">
        <a:defRPr kumimoji="1" sz="4600" kern="1200">
          <a:solidFill>
            <a:schemeClr val="tx1"/>
          </a:solidFill>
          <a:latin typeface="+mn-lt"/>
          <a:ea typeface="+mn-ea"/>
          <a:cs typeface="+mn-cs"/>
        </a:defRPr>
      </a:lvl7pPr>
      <a:lvl8pPr marL="8151099" algn="l" defTabSz="2328885" rtl="0" eaLnBrk="1" latinLnBrk="0" hangingPunct="1">
        <a:defRPr kumimoji="1" sz="4600" kern="1200">
          <a:solidFill>
            <a:schemeClr val="tx1"/>
          </a:solidFill>
          <a:latin typeface="+mn-lt"/>
          <a:ea typeface="+mn-ea"/>
          <a:cs typeface="+mn-cs"/>
        </a:defRPr>
      </a:lvl8pPr>
      <a:lvl9pPr marL="9315541" algn="l" defTabSz="2328885" rtl="0" eaLnBrk="1" latinLnBrk="0" hangingPunct="1">
        <a:defRPr kumimoji="1" sz="4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05CAF-9BFF-BD9B-0321-3C31C22BD9D6}"/>
            </a:ext>
          </a:extLst>
        </p:cNvPr>
        <p:cNvGrpSpPr/>
        <p:nvPr/>
      </p:nvGrpSpPr>
      <p:grpSpPr>
        <a:xfrm>
          <a:off x="0" y="0"/>
          <a:ext cx="0" cy="0"/>
          <a:chOff x="0" y="0"/>
          <a:chExt cx="0" cy="0"/>
        </a:xfrm>
      </p:grpSpPr>
      <p:sp>
        <p:nvSpPr>
          <p:cNvPr id="83" name="Rectangle 299">
            <a:extLst>
              <a:ext uri="{FF2B5EF4-FFF2-40B4-BE49-F238E27FC236}">
                <a16:creationId xmlns:a16="http://schemas.microsoft.com/office/drawing/2014/main" id="{59ED99C9-223E-6E75-9850-97BC4C02B8E9}"/>
              </a:ext>
            </a:extLst>
          </p:cNvPr>
          <p:cNvSpPr>
            <a:spLocks noChangeArrowheads="1"/>
          </p:cNvSpPr>
          <p:nvPr/>
        </p:nvSpPr>
        <p:spPr bwMode="auto">
          <a:xfrm>
            <a:off x="-20949" y="5257"/>
            <a:ext cx="30279975" cy="3615569"/>
          </a:xfrm>
          <a:prstGeom prst="rect">
            <a:avLst/>
          </a:prstGeom>
          <a:gradFill flip="none" rotWithShape="1">
            <a:gsLst>
              <a:gs pos="0">
                <a:schemeClr val="tx2">
                  <a:lumMod val="40000"/>
                  <a:lumOff val="60000"/>
                </a:schemeClr>
              </a:gs>
              <a:gs pos="50000">
                <a:schemeClr val="accent1">
                  <a:lumMod val="40000"/>
                  <a:lumOff val="60000"/>
                </a:schemeClr>
              </a:gs>
              <a:gs pos="100000">
                <a:srgbClr val="FFFFFF"/>
              </a:gs>
            </a:gsLst>
            <a:path path="circle">
              <a:fillToRect t="100000" r="100000"/>
            </a:path>
            <a:tileRect l="-100000" b="-100000"/>
          </a:gradFill>
          <a:ln>
            <a:noFill/>
          </a:ln>
        </p:spPr>
        <p:txBody>
          <a:bodyPr wrap="none" tIns="0" bIns="0" anchor="ctr"/>
          <a:lstStyle>
            <a:lvl1pPr>
              <a:defRPr kumimoji="1" sz="8200">
                <a:solidFill>
                  <a:schemeClr val="tx1"/>
                </a:solidFill>
                <a:latin typeface="Calibri" panose="020F0502020204030204" pitchFamily="34" charset="0"/>
                <a:ea typeface="ＭＳ Ｐゴシック" panose="020B0600070205080204" pitchFamily="50" charset="-128"/>
              </a:defRPr>
            </a:lvl1pPr>
            <a:lvl2pPr marL="742950" indent="-285750">
              <a:defRPr kumimoji="1" sz="8200">
                <a:solidFill>
                  <a:schemeClr val="tx1"/>
                </a:solidFill>
                <a:latin typeface="Calibri" panose="020F0502020204030204" pitchFamily="34" charset="0"/>
                <a:ea typeface="ＭＳ Ｐゴシック" panose="020B0600070205080204" pitchFamily="50" charset="-128"/>
              </a:defRPr>
            </a:lvl2pPr>
            <a:lvl3pPr marL="1143000" indent="-228600">
              <a:defRPr kumimoji="1" sz="8200">
                <a:solidFill>
                  <a:schemeClr val="tx1"/>
                </a:solidFill>
                <a:latin typeface="Calibri" panose="020F0502020204030204" pitchFamily="34" charset="0"/>
                <a:ea typeface="ＭＳ Ｐゴシック" panose="020B0600070205080204" pitchFamily="50" charset="-128"/>
              </a:defRPr>
            </a:lvl3pPr>
            <a:lvl4pPr marL="1600200" indent="-228600">
              <a:defRPr kumimoji="1" sz="8200">
                <a:solidFill>
                  <a:schemeClr val="tx1"/>
                </a:solidFill>
                <a:latin typeface="Calibri" panose="020F0502020204030204" pitchFamily="34" charset="0"/>
                <a:ea typeface="ＭＳ Ｐゴシック" panose="020B0600070205080204" pitchFamily="50" charset="-128"/>
              </a:defRPr>
            </a:lvl4pPr>
            <a:lvl5pPr marL="2057400" indent="-228600">
              <a:defRPr kumimoji="1" sz="8200">
                <a:solidFill>
                  <a:schemeClr val="tx1"/>
                </a:solidFill>
                <a:latin typeface="Calibri" panose="020F0502020204030204" pitchFamily="34" charset="0"/>
                <a:ea typeface="ＭＳ Ｐゴシック" panose="020B0600070205080204" pitchFamily="50" charset="-128"/>
              </a:defRPr>
            </a:lvl5pPr>
            <a:lvl6pPr marL="2514600" indent="-228600" defTabSz="4175125" fontAlgn="base">
              <a:spcBef>
                <a:spcPct val="0"/>
              </a:spcBef>
              <a:spcAft>
                <a:spcPct val="0"/>
              </a:spcAft>
              <a:defRPr kumimoji="1" sz="8200">
                <a:solidFill>
                  <a:schemeClr val="tx1"/>
                </a:solidFill>
                <a:latin typeface="Calibri" panose="020F0502020204030204" pitchFamily="34" charset="0"/>
                <a:ea typeface="ＭＳ Ｐゴシック" panose="020B0600070205080204" pitchFamily="50" charset="-128"/>
              </a:defRPr>
            </a:lvl6pPr>
            <a:lvl7pPr marL="2971800" indent="-228600" defTabSz="4175125" fontAlgn="base">
              <a:spcBef>
                <a:spcPct val="0"/>
              </a:spcBef>
              <a:spcAft>
                <a:spcPct val="0"/>
              </a:spcAft>
              <a:defRPr kumimoji="1" sz="8200">
                <a:solidFill>
                  <a:schemeClr val="tx1"/>
                </a:solidFill>
                <a:latin typeface="Calibri" panose="020F0502020204030204" pitchFamily="34" charset="0"/>
                <a:ea typeface="ＭＳ Ｐゴシック" panose="020B0600070205080204" pitchFamily="50" charset="-128"/>
              </a:defRPr>
            </a:lvl7pPr>
            <a:lvl8pPr marL="3429000" indent="-228600" defTabSz="4175125" fontAlgn="base">
              <a:spcBef>
                <a:spcPct val="0"/>
              </a:spcBef>
              <a:spcAft>
                <a:spcPct val="0"/>
              </a:spcAft>
              <a:defRPr kumimoji="1" sz="8200">
                <a:solidFill>
                  <a:schemeClr val="tx1"/>
                </a:solidFill>
                <a:latin typeface="Calibri" panose="020F0502020204030204" pitchFamily="34" charset="0"/>
                <a:ea typeface="ＭＳ Ｐゴシック" panose="020B0600070205080204" pitchFamily="50" charset="-128"/>
              </a:defRPr>
            </a:lvl8pPr>
            <a:lvl9pPr marL="3886200" indent="-228600" defTabSz="4175125" fontAlgn="base">
              <a:spcBef>
                <a:spcPct val="0"/>
              </a:spcBef>
              <a:spcAft>
                <a:spcPct val="0"/>
              </a:spcAft>
              <a:defRPr kumimoji="1" sz="8200">
                <a:solidFill>
                  <a:schemeClr val="tx1"/>
                </a:solidFill>
                <a:latin typeface="Calibri" panose="020F0502020204030204" pitchFamily="34" charset="0"/>
                <a:ea typeface="ＭＳ Ｐゴシック" panose="020B0600070205080204" pitchFamily="50" charset="-128"/>
              </a:defRPr>
            </a:lvl9pPr>
          </a:lstStyle>
          <a:p>
            <a:pPr algn="ctr"/>
            <a:r>
              <a:rPr lang="ja-JP" altLang="en-US" sz="8800" dirty="0">
                <a:latin typeface="+mn-lt"/>
                <a:ea typeface="HGPｺﾞｼｯｸM" panose="020B0600000000000000" pitchFamily="50" charset="-128"/>
              </a:rPr>
              <a:t>　　　</a:t>
            </a:r>
            <a:endParaRPr lang="ja-JP" altLang="en-US" sz="6600" dirty="0">
              <a:latin typeface="+mn-lt"/>
              <a:ea typeface="HGPｺﾞｼｯｸM" panose="020B0600000000000000" pitchFamily="50" charset="-128"/>
            </a:endParaRPr>
          </a:p>
        </p:txBody>
      </p:sp>
      <p:sp>
        <p:nvSpPr>
          <p:cNvPr id="7" name="テキスト ボックス 1">
            <a:extLst>
              <a:ext uri="{FF2B5EF4-FFF2-40B4-BE49-F238E27FC236}">
                <a16:creationId xmlns:a16="http://schemas.microsoft.com/office/drawing/2014/main" id="{84DEA7B3-E961-D846-B668-13457E3C6CF2}"/>
              </a:ext>
            </a:extLst>
          </p:cNvPr>
          <p:cNvSpPr txBox="1">
            <a:spLocks noChangeArrowheads="1"/>
          </p:cNvSpPr>
          <p:nvPr/>
        </p:nvSpPr>
        <p:spPr bwMode="auto">
          <a:xfrm>
            <a:off x="882404" y="165402"/>
            <a:ext cx="28515168"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altLang="ja-JP" sz="8000" b="1" dirty="0"/>
              <a:t>AI </a:t>
            </a:r>
            <a:r>
              <a:rPr lang="ja-JP" altLang="ja-JP" sz="8000"/>
              <a:t>を用いたファインバブル発生装置の最適操作条件の検討</a:t>
            </a:r>
          </a:p>
        </p:txBody>
      </p:sp>
      <p:sp>
        <p:nvSpPr>
          <p:cNvPr id="8" name="テキスト ボックス 3">
            <a:extLst>
              <a:ext uri="{FF2B5EF4-FFF2-40B4-BE49-F238E27FC236}">
                <a16:creationId xmlns:a16="http://schemas.microsoft.com/office/drawing/2014/main" id="{7CB80189-10D7-75C5-8074-A54AE91F2551}"/>
              </a:ext>
            </a:extLst>
          </p:cNvPr>
          <p:cNvSpPr txBox="1">
            <a:spLocks noChangeArrowheads="1"/>
          </p:cNvSpPr>
          <p:nvPr/>
        </p:nvSpPr>
        <p:spPr bwMode="auto">
          <a:xfrm>
            <a:off x="3663627" y="1483237"/>
            <a:ext cx="22952719"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ja-JP" altLang="en-US" sz="4400" u="sng">
                <a:latin typeface="メイリオ" panose="020B0604030504040204" pitchFamily="50" charset="-128"/>
                <a:ea typeface="メイリオ" panose="020B0604030504040204" pitchFamily="50" charset="-128"/>
                <a:cs typeface="Arial Unicode MS" panose="020B0604020202020204" pitchFamily="50" charset="-128"/>
              </a:rPr>
              <a:t>〇深澤菜美</a:t>
            </a:r>
            <a:r>
              <a:rPr lang="en-US" altLang="ja-JP" sz="4400" u="sng" dirty="0">
                <a:latin typeface="メイリオ" panose="020B0604030504040204" pitchFamily="50" charset="-128"/>
                <a:ea typeface="メイリオ" panose="020B0604030504040204" pitchFamily="50" charset="-128"/>
                <a:cs typeface="Arial Unicode MS" panose="020B0604020202020204" pitchFamily="50" charset="-128"/>
              </a:rPr>
              <a:t>¹</a:t>
            </a:r>
            <a:r>
              <a:rPr lang="en-US" altLang="ja-JP" sz="4400" dirty="0">
                <a:latin typeface="メイリオ" panose="020B0604030504040204" pitchFamily="50" charset="-128"/>
                <a:ea typeface="メイリオ" panose="020B0604030504040204" pitchFamily="50" charset="-128"/>
                <a:cs typeface="Arial Unicode MS" panose="020B0604020202020204" pitchFamily="50" charset="-128"/>
              </a:rPr>
              <a:t>,</a:t>
            </a:r>
            <a:r>
              <a:rPr lang="ja-JP" altLang="en-US" sz="4400">
                <a:latin typeface="メイリオ" panose="020B0604030504040204" pitchFamily="50" charset="-128"/>
                <a:ea typeface="メイリオ" panose="020B0604030504040204" pitchFamily="50" charset="-128"/>
                <a:cs typeface="Arial Unicode MS" panose="020B0604020202020204" pitchFamily="50" charset="-128"/>
              </a:rPr>
              <a:t> 山富龍</a:t>
            </a:r>
            <a:r>
              <a:rPr lang="ja-JP" altLang="en-US" sz="4400" baseline="30000">
                <a:latin typeface="メイリオ" panose="020B0604030504040204" pitchFamily="50" charset="-128"/>
                <a:ea typeface="メイリオ" panose="020B0604030504040204" pitchFamily="50" charset="-128"/>
                <a:cs typeface="Arial Unicode MS" panose="020B0604020202020204" pitchFamily="50" charset="-128"/>
              </a:rPr>
              <a:t>１</a:t>
            </a:r>
            <a:r>
              <a:rPr lang="en-US" altLang="ja-JP" sz="4400" dirty="0">
                <a:latin typeface="メイリオ" panose="020B0604030504040204" pitchFamily="50" charset="-128"/>
                <a:ea typeface="メイリオ" panose="020B0604030504040204" pitchFamily="50" charset="-128"/>
                <a:cs typeface="Arial Unicode MS" panose="020B0604020202020204" pitchFamily="50" charset="-128"/>
              </a:rPr>
              <a:t> ,</a:t>
            </a:r>
            <a:r>
              <a:rPr lang="ja-JP" altLang="en-US" sz="4400">
                <a:latin typeface="メイリオ" panose="020B0604030504040204" pitchFamily="50" charset="-128"/>
                <a:ea typeface="メイリオ" panose="020B0604030504040204" pitchFamily="50" charset="-128"/>
                <a:cs typeface="Arial Unicode MS" panose="020B0604020202020204" pitchFamily="50" charset="-128"/>
              </a:rPr>
              <a:t>垣内健太</a:t>
            </a:r>
            <a:r>
              <a:rPr lang="en-US" altLang="ja-JP" sz="4400" baseline="30000" dirty="0">
                <a:latin typeface="メイリオ" panose="020B0604030504040204" pitchFamily="50" charset="-128"/>
                <a:ea typeface="メイリオ" panose="020B0604030504040204" pitchFamily="50" charset="-128"/>
                <a:cs typeface="Arial Unicode MS" panose="020B0604020202020204" pitchFamily="50" charset="-128"/>
              </a:rPr>
              <a:t>2</a:t>
            </a:r>
            <a:r>
              <a:rPr lang="en-US" altLang="ja-JP" sz="4400" dirty="0">
                <a:latin typeface="メイリオ" panose="020B0604030504040204" pitchFamily="50" charset="-128"/>
                <a:ea typeface="メイリオ" panose="020B0604030504040204" pitchFamily="50" charset="-128"/>
                <a:cs typeface="Arial Unicode MS" panose="020B0604020202020204" pitchFamily="50" charset="-128"/>
              </a:rPr>
              <a:t>,</a:t>
            </a:r>
            <a:r>
              <a:rPr lang="ja-JP" altLang="en-US" sz="4400" dirty="0">
                <a:latin typeface="メイリオ" panose="020B0604030504040204" pitchFamily="50" charset="-128"/>
                <a:ea typeface="メイリオ" panose="020B0604030504040204" pitchFamily="50" charset="-128"/>
                <a:cs typeface="Arial Unicode MS" panose="020B0604020202020204" pitchFamily="50" charset="-128"/>
              </a:rPr>
              <a:t>宮坂武</a:t>
            </a:r>
            <a:r>
              <a:rPr lang="ja-JP" altLang="en-US" sz="4400">
                <a:latin typeface="メイリオ" panose="020B0604030504040204" pitchFamily="50" charset="-128"/>
                <a:ea typeface="メイリオ" panose="020B0604030504040204" pitchFamily="50" charset="-128"/>
                <a:cs typeface="Arial Unicode MS" panose="020B0604020202020204" pitchFamily="50" charset="-128"/>
              </a:rPr>
              <a:t>寛</a:t>
            </a:r>
            <a:r>
              <a:rPr lang="en-US" altLang="ja-JP" sz="4400" baseline="30000" dirty="0">
                <a:latin typeface="メイリオ" panose="020B0604030504040204" pitchFamily="50" charset="-128"/>
                <a:ea typeface="メイリオ" panose="020B0604030504040204" pitchFamily="50" charset="-128"/>
                <a:cs typeface="Arial Unicode MS" panose="020B0604020202020204" pitchFamily="50" charset="-128"/>
              </a:rPr>
              <a:t> 1</a:t>
            </a:r>
            <a:endParaRPr lang="ja-JP" altLang="en-US" sz="4400" baseline="30000" dirty="0">
              <a:latin typeface="メイリオ" panose="020B0604030504040204" pitchFamily="50" charset="-128"/>
              <a:ea typeface="メイリオ" panose="020B0604030504040204" pitchFamily="50" charset="-128"/>
              <a:cs typeface="Arial Unicode MS" panose="020B0604020202020204" pitchFamily="50" charset="-128"/>
            </a:endParaRPr>
          </a:p>
        </p:txBody>
      </p:sp>
      <p:sp>
        <p:nvSpPr>
          <p:cNvPr id="9" name="テキスト ボックス 4">
            <a:extLst>
              <a:ext uri="{FF2B5EF4-FFF2-40B4-BE49-F238E27FC236}">
                <a16:creationId xmlns:a16="http://schemas.microsoft.com/office/drawing/2014/main" id="{948F0389-3DD0-AD7E-4293-8F158BF3D609}"/>
              </a:ext>
            </a:extLst>
          </p:cNvPr>
          <p:cNvSpPr txBox="1">
            <a:spLocks noChangeArrowheads="1"/>
          </p:cNvSpPr>
          <p:nvPr/>
        </p:nvSpPr>
        <p:spPr bwMode="auto">
          <a:xfrm>
            <a:off x="21836731" y="3036051"/>
            <a:ext cx="844324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ja-JP" sz="3200" dirty="0">
                <a:latin typeface="メイリオ" panose="020B0604030504040204" pitchFamily="50" charset="-128"/>
                <a:ea typeface="メイリオ" panose="020B0604030504040204" pitchFamily="50" charset="-128"/>
                <a:cs typeface="Arial Unicode MS" panose="020B0604020202020204" pitchFamily="50" charset="-128"/>
              </a:rPr>
              <a:t>E-mail:25t1003@sit.shonan-it.ac.jp</a:t>
            </a:r>
          </a:p>
        </p:txBody>
      </p:sp>
      <p:sp>
        <p:nvSpPr>
          <p:cNvPr id="3" name="テキスト ボックス 3">
            <a:extLst>
              <a:ext uri="{FF2B5EF4-FFF2-40B4-BE49-F238E27FC236}">
                <a16:creationId xmlns:a16="http://schemas.microsoft.com/office/drawing/2014/main" id="{EF771287-1D2B-9AF4-20E4-0D75FA36D032}"/>
              </a:ext>
            </a:extLst>
          </p:cNvPr>
          <p:cNvSpPr txBox="1">
            <a:spLocks noChangeArrowheads="1"/>
          </p:cNvSpPr>
          <p:nvPr/>
        </p:nvSpPr>
        <p:spPr bwMode="auto">
          <a:xfrm>
            <a:off x="4710833" y="2257253"/>
            <a:ext cx="2081641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ja-JP" altLang="en-US" sz="4400">
                <a:latin typeface="メイリオ" panose="020B0604030504040204" pitchFamily="50" charset="-128"/>
                <a:ea typeface="メイリオ" panose="020B0604030504040204" pitchFamily="50" charset="-128"/>
                <a:cs typeface="Arial Unicode MS" panose="020B0604020202020204" pitchFamily="50" charset="-128"/>
              </a:rPr>
              <a:t>湘南工大院大</a:t>
            </a:r>
            <a:r>
              <a:rPr lang="en-US" altLang="ja-JP" sz="4400" dirty="0">
                <a:latin typeface="メイリオ" panose="020B0604030504040204" pitchFamily="50" charset="-128"/>
                <a:ea typeface="メイリオ" panose="020B0604030504040204" pitchFamily="50" charset="-128"/>
                <a:cs typeface="Arial Unicode MS" panose="020B0604020202020204" pitchFamily="50" charset="-128"/>
              </a:rPr>
              <a:t>¹,</a:t>
            </a:r>
            <a:r>
              <a:rPr lang="ja-JP" altLang="en-US" sz="4400">
                <a:latin typeface="メイリオ" panose="020B0604030504040204" pitchFamily="50" charset="-128"/>
                <a:ea typeface="メイリオ" panose="020B0604030504040204" pitchFamily="50" charset="-128"/>
                <a:cs typeface="Arial Unicode MS" panose="020B0604020202020204" pitchFamily="50" charset="-128"/>
              </a:rPr>
              <a:t>コロラド大</a:t>
            </a:r>
            <a:r>
              <a:rPr lang="en-US" altLang="ja-JP" sz="4400" baseline="30000" dirty="0">
                <a:latin typeface="メイリオ" panose="020B0604030504040204" pitchFamily="50" charset="-128"/>
                <a:ea typeface="メイリオ" panose="020B0604030504040204" pitchFamily="50" charset="-128"/>
                <a:cs typeface="Arial Unicode MS" panose="020B0604020202020204" pitchFamily="50" charset="-128"/>
              </a:rPr>
              <a:t>2</a:t>
            </a:r>
            <a:endParaRPr lang="ja-JP" altLang="en-US" sz="4400" baseline="30000" dirty="0">
              <a:latin typeface="メイリオ" panose="020B0604030504040204" pitchFamily="50" charset="-128"/>
              <a:ea typeface="メイリオ" panose="020B0604030504040204" pitchFamily="50" charset="-128"/>
              <a:cs typeface="Arial Unicode MS" panose="020B0604020202020204" pitchFamily="50" charset="-128"/>
            </a:endParaRPr>
          </a:p>
        </p:txBody>
      </p:sp>
      <p:sp>
        <p:nvSpPr>
          <p:cNvPr id="2" name="角丸四角形 1">
            <a:extLst>
              <a:ext uri="{FF2B5EF4-FFF2-40B4-BE49-F238E27FC236}">
                <a16:creationId xmlns:a16="http://schemas.microsoft.com/office/drawing/2014/main" id="{5E23338F-68ED-6C1F-1ADD-0A467F354D76}"/>
              </a:ext>
            </a:extLst>
          </p:cNvPr>
          <p:cNvSpPr/>
          <p:nvPr/>
        </p:nvSpPr>
        <p:spPr>
          <a:xfrm>
            <a:off x="306339" y="4171435"/>
            <a:ext cx="14545616" cy="7367731"/>
          </a:xfrm>
          <a:prstGeom prst="roundRect">
            <a:avLst>
              <a:gd name="adj" fmla="val 5431"/>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Arial Unicode MS" pitchFamily="50" charset="-128"/>
            </a:endParaRPr>
          </a:p>
        </p:txBody>
      </p:sp>
      <p:sp>
        <p:nvSpPr>
          <p:cNvPr id="4" name="テキスト ボックス 5">
            <a:extLst>
              <a:ext uri="{FF2B5EF4-FFF2-40B4-BE49-F238E27FC236}">
                <a16:creationId xmlns:a16="http://schemas.microsoft.com/office/drawing/2014/main" id="{951A6E40-2035-D407-FDC9-6B81AA014750}"/>
              </a:ext>
            </a:extLst>
          </p:cNvPr>
          <p:cNvSpPr txBox="1">
            <a:spLocks noChangeArrowheads="1"/>
          </p:cNvSpPr>
          <p:nvPr/>
        </p:nvSpPr>
        <p:spPr bwMode="auto">
          <a:xfrm>
            <a:off x="2123720" y="3834310"/>
            <a:ext cx="10910853" cy="830997"/>
          </a:xfrm>
          <a:prstGeom prst="rect">
            <a:avLst/>
          </a:prstGeom>
          <a:solidFill>
            <a:schemeClr val="tx1"/>
          </a:solidFill>
          <a:ln>
            <a:noFill/>
          </a:ln>
        </p:spPr>
        <p:txBody>
          <a:bodyPr wrap="square">
            <a:spAutoFit/>
          </a:bodyPr>
          <a:lstStyle>
            <a:defPPr>
              <a:defRPr lang="ja-JP"/>
            </a:defPPr>
            <a:lvl1pPr algn="ctr">
              <a:defRPr sz="4400">
                <a:latin typeface="Arial Unicode MS" pitchFamily="50" charset="-128"/>
                <a:ea typeface="Arial Unicode MS" pitchFamily="50" charset="-128"/>
                <a:cs typeface="Arial Unicode MS" pitchFamily="50" charset="-128"/>
              </a:defRPr>
            </a:lvl1pPr>
          </a:lstStyle>
          <a:p>
            <a:r>
              <a:rPr lang="ja-JP" altLang="en-US" sz="4800" b="1">
                <a:solidFill>
                  <a:schemeClr val="bg1"/>
                </a:solidFill>
                <a:latin typeface="+mj-ea"/>
                <a:ea typeface="+mj-ea"/>
              </a:rPr>
              <a:t>背景と目的</a:t>
            </a:r>
            <a:endParaRPr lang="ja-JP" altLang="en-US" sz="4800" b="1" dirty="0">
              <a:solidFill>
                <a:schemeClr val="bg1"/>
              </a:solidFill>
              <a:latin typeface="+mj-ea"/>
              <a:ea typeface="+mj-ea"/>
            </a:endParaRPr>
          </a:p>
        </p:txBody>
      </p:sp>
      <p:sp>
        <p:nvSpPr>
          <p:cNvPr id="14" name="テキスト ボックス 13">
            <a:extLst>
              <a:ext uri="{FF2B5EF4-FFF2-40B4-BE49-F238E27FC236}">
                <a16:creationId xmlns:a16="http://schemas.microsoft.com/office/drawing/2014/main" id="{94AEEF89-17AB-C59F-1D59-40F0577020EB}"/>
              </a:ext>
            </a:extLst>
          </p:cNvPr>
          <p:cNvSpPr txBox="1"/>
          <p:nvPr/>
        </p:nvSpPr>
        <p:spPr>
          <a:xfrm>
            <a:off x="378347" y="8638486"/>
            <a:ext cx="2203974" cy="812448"/>
          </a:xfrm>
          <a:prstGeom prst="rect">
            <a:avLst/>
          </a:prstGeom>
          <a:gradFill>
            <a:gsLst>
              <a:gs pos="0">
                <a:sysClr val="window" lastClr="FFFFFF"/>
              </a:gs>
              <a:gs pos="30000">
                <a:sysClr val="window" lastClr="FFFFFF"/>
              </a:gs>
              <a:gs pos="74000">
                <a:sysClr val="window" lastClr="FFFFFF"/>
              </a:gs>
              <a:gs pos="100000">
                <a:sysClr val="window" lastClr="FFFFFF">
                  <a:lumMod val="75000"/>
                </a:sysClr>
              </a:gs>
            </a:gsLst>
            <a:path path="shape">
              <a:fillToRect l="50000" t="50000" r="50000" b="50000"/>
            </a:path>
          </a:gradFill>
          <a:effectLst>
            <a:glow rad="254000">
              <a:sysClr val="window" lastClr="FFFFFF">
                <a:lumMod val="85000"/>
              </a:sysClr>
            </a:glow>
          </a:effectLst>
        </p:spPr>
        <p:txBody>
          <a:bodyPr wrap="square" rtlCol="0" anchor="ctr">
            <a:noAutofit/>
          </a:bodyPr>
          <a:lstStyle/>
          <a:p>
            <a:pPr algn="ctr" defTabSz="914400">
              <a:defRPr/>
            </a:pPr>
            <a:r>
              <a:rPr kumimoji="0" lang="ja-JP" altLang="en-US" sz="4800" kern="0">
                <a:solidFill>
                  <a:prstClr val="black"/>
                </a:solidFill>
                <a:latin typeface="+mj-ea"/>
                <a:ea typeface="+mj-ea"/>
                <a:cs typeface="Arial Unicode MS" pitchFamily="50" charset="-128"/>
              </a:rPr>
              <a:t>目的</a:t>
            </a:r>
          </a:p>
        </p:txBody>
      </p:sp>
      <p:sp>
        <p:nvSpPr>
          <p:cNvPr id="15" name="Rectangle 7">
            <a:extLst>
              <a:ext uri="{FF2B5EF4-FFF2-40B4-BE49-F238E27FC236}">
                <a16:creationId xmlns:a16="http://schemas.microsoft.com/office/drawing/2014/main" id="{7BA4700E-B8D8-7C19-D7D7-BB7E4A10DFF1}"/>
              </a:ext>
            </a:extLst>
          </p:cNvPr>
          <p:cNvSpPr>
            <a:spLocks noChangeArrowheads="1"/>
          </p:cNvSpPr>
          <p:nvPr/>
        </p:nvSpPr>
        <p:spPr bwMode="auto">
          <a:xfrm rot="10800000" flipV="1">
            <a:off x="731056" y="9528165"/>
            <a:ext cx="13696175"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1pPr>
            <a:lvl2pPr marL="4572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2pPr>
            <a:lvl3pPr marL="9144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3pPr>
            <a:lvl4pPr marL="13716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4pPr>
            <a:lvl5pPr marL="18288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5pPr>
            <a:lvl6pPr marL="22860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6pPr>
            <a:lvl7pPr marL="27432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7pPr>
            <a:lvl8pPr marL="32004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8pPr>
            <a:lvl9pPr marL="36576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9pPr>
          </a:lstStyle>
          <a:p>
            <a:pPr defTabSz="914400"/>
            <a:r>
              <a:rPr kumimoji="0" lang="ja-JP" altLang="en-US" sz="4000" b="0" i="0" u="none" strike="noStrike" cap="none" normalizeH="0" baseline="0">
                <a:ln>
                  <a:noFill/>
                </a:ln>
                <a:solidFill>
                  <a:schemeClr val="tx1"/>
                </a:solidFill>
                <a:effectLst/>
                <a:latin typeface="+mn-ea"/>
              </a:rPr>
              <a:t>本研究では，機械学習を用いて生成条件と</a:t>
            </a:r>
            <a:r>
              <a:rPr kumimoji="0" lang="en" altLang="ja-JP" sz="4000" b="0" i="0" u="none" strike="noStrike" cap="none" normalizeH="0" baseline="0" dirty="0">
                <a:ln>
                  <a:noFill/>
                </a:ln>
                <a:solidFill>
                  <a:schemeClr val="tx1"/>
                </a:solidFill>
                <a:effectLst/>
                <a:latin typeface="+mn-ea"/>
              </a:rPr>
              <a:t>FB</a:t>
            </a:r>
            <a:r>
              <a:rPr kumimoji="0" lang="ja-JP" altLang="en-US" sz="4000" b="0" i="0" u="none" strike="noStrike" cap="none" normalizeH="0" baseline="0">
                <a:ln>
                  <a:noFill/>
                </a:ln>
                <a:solidFill>
                  <a:schemeClr val="tx1"/>
                </a:solidFill>
                <a:effectLst/>
                <a:latin typeface="+mn-ea"/>
              </a:rPr>
              <a:t>特性との関係を解析し，酸素含量・</a:t>
            </a:r>
            <a:r>
              <a:rPr kumimoji="0" lang="en" altLang="ja-JP" sz="4000" b="0" i="0" u="none" strike="noStrike" cap="none" normalizeH="0" baseline="0" dirty="0">
                <a:ln>
                  <a:noFill/>
                </a:ln>
                <a:solidFill>
                  <a:schemeClr val="tx1"/>
                </a:solidFill>
                <a:effectLst/>
                <a:latin typeface="+mn-ea"/>
              </a:rPr>
              <a:t>UFB</a:t>
            </a:r>
            <a:r>
              <a:rPr kumimoji="0" lang="ja-JP" altLang="en-US" sz="4000" b="0" i="0" u="none" strike="noStrike" cap="none" normalizeH="0" baseline="0">
                <a:ln>
                  <a:noFill/>
                </a:ln>
                <a:solidFill>
                  <a:schemeClr val="tx1"/>
                </a:solidFill>
                <a:effectLst/>
                <a:latin typeface="+mn-ea"/>
              </a:rPr>
              <a:t>濃度・</a:t>
            </a:r>
            <a:r>
              <a:rPr kumimoji="0" lang="en" altLang="ja-JP" sz="4000" b="0" i="0" u="none" strike="noStrike" cap="none" normalizeH="0" baseline="0" dirty="0">
                <a:ln>
                  <a:noFill/>
                </a:ln>
                <a:solidFill>
                  <a:schemeClr val="tx1"/>
                </a:solidFill>
                <a:effectLst/>
                <a:latin typeface="+mn-ea"/>
              </a:rPr>
              <a:t>MB</a:t>
            </a:r>
            <a:r>
              <a:rPr kumimoji="0" lang="ja-JP" altLang="en-US" sz="4000" b="0" i="0" u="none" strike="noStrike" cap="none" normalizeH="0" baseline="0">
                <a:ln>
                  <a:noFill/>
                </a:ln>
                <a:solidFill>
                  <a:schemeClr val="tx1"/>
                </a:solidFill>
                <a:effectLst/>
                <a:latin typeface="+mn-ea"/>
              </a:rPr>
              <a:t>濃度の向上に寄与する主要因子の抽出および最適生成条件の探索を試みる．</a:t>
            </a:r>
            <a:endParaRPr kumimoji="0" lang="ja-JP" altLang="ja-JP" sz="4000" b="0" i="0" u="none" strike="noStrike" cap="none" normalizeH="0" baseline="0">
              <a:ln>
                <a:noFill/>
              </a:ln>
              <a:solidFill>
                <a:schemeClr val="tx1"/>
              </a:solidFill>
              <a:effectLst/>
              <a:latin typeface="+mn-ea"/>
            </a:endParaRPr>
          </a:p>
        </p:txBody>
      </p:sp>
      <p:sp>
        <p:nvSpPr>
          <p:cNvPr id="17" name="Rectangle 7">
            <a:extLst>
              <a:ext uri="{FF2B5EF4-FFF2-40B4-BE49-F238E27FC236}">
                <a16:creationId xmlns:a16="http://schemas.microsoft.com/office/drawing/2014/main" id="{CA28C2CA-41EE-01EF-F223-6498BF02C94C}"/>
              </a:ext>
            </a:extLst>
          </p:cNvPr>
          <p:cNvSpPr>
            <a:spLocks noChangeArrowheads="1"/>
          </p:cNvSpPr>
          <p:nvPr/>
        </p:nvSpPr>
        <p:spPr bwMode="auto">
          <a:xfrm rot="10800000" flipV="1">
            <a:off x="731058" y="4729177"/>
            <a:ext cx="13696176"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1pPr>
            <a:lvl2pPr marL="4572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2pPr>
            <a:lvl3pPr marL="9144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3pPr>
            <a:lvl4pPr marL="13716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4pPr>
            <a:lvl5pPr marL="18288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5pPr>
            <a:lvl6pPr marL="22860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6pPr>
            <a:lvl7pPr marL="27432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7pPr>
            <a:lvl8pPr marL="32004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8pPr>
            <a:lvl9pPr marL="36576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9pPr>
          </a:lstStyle>
          <a:p>
            <a:pPr lvl="0" algn="just" defTabSz="914400"/>
            <a:r>
              <a:rPr lang="ja-JP" altLang="ja-JP" sz="4000">
                <a:latin typeface="+mn-ea"/>
              </a:rPr>
              <a:t>ファインバブル（</a:t>
            </a:r>
            <a:r>
              <a:rPr lang="en-US" altLang="ja-JP" sz="4000" dirty="0">
                <a:latin typeface="+mn-ea"/>
              </a:rPr>
              <a:t>FB</a:t>
            </a:r>
            <a:r>
              <a:rPr lang="ja-JP" altLang="ja-JP" sz="4000">
                <a:latin typeface="+mn-ea"/>
              </a:rPr>
              <a:t>）は高い滞留性およびガス溶解促進効果を有する</a:t>
            </a:r>
            <a:r>
              <a:rPr lang="ja-JP" altLang="en-US" sz="4000">
                <a:latin typeface="+mn-ea"/>
              </a:rPr>
              <a:t>．</a:t>
            </a:r>
            <a:r>
              <a:rPr lang="ja-JP" altLang="ja-JP" sz="4000">
                <a:latin typeface="+mn-ea"/>
              </a:rPr>
              <a:t>排水処理</a:t>
            </a:r>
            <a:r>
              <a:rPr lang="ja-JP" altLang="en-US" sz="4000">
                <a:latin typeface="+mn-ea"/>
              </a:rPr>
              <a:t>，</a:t>
            </a:r>
            <a:r>
              <a:rPr lang="ja-JP" altLang="ja-JP" sz="4000">
                <a:latin typeface="+mn-ea"/>
              </a:rPr>
              <a:t>水質浄化</a:t>
            </a:r>
            <a:r>
              <a:rPr lang="ja-JP" altLang="en-US" sz="4000">
                <a:latin typeface="+mn-ea"/>
              </a:rPr>
              <a:t>，</a:t>
            </a:r>
            <a:r>
              <a:rPr lang="ja-JP" altLang="ja-JP" sz="4000">
                <a:latin typeface="+mn-ea"/>
              </a:rPr>
              <a:t>養殖槽への酸素供給など</a:t>
            </a:r>
            <a:r>
              <a:rPr lang="ja-JP" altLang="en-US" sz="4000">
                <a:latin typeface="+mn-ea"/>
              </a:rPr>
              <a:t>，</a:t>
            </a:r>
            <a:r>
              <a:rPr lang="ja-JP" altLang="ja-JP" sz="4000">
                <a:latin typeface="+mn-ea"/>
              </a:rPr>
              <a:t>環境・産業分野での応用が進められている</a:t>
            </a:r>
            <a:r>
              <a:rPr lang="en-US" altLang="ja-JP" sz="4000" dirty="0">
                <a:latin typeface="+mn-ea"/>
              </a:rPr>
              <a:t> [1]</a:t>
            </a:r>
            <a:r>
              <a:rPr lang="ja-JP" altLang="en-US" sz="4000">
                <a:latin typeface="+mn-ea"/>
              </a:rPr>
              <a:t>．</a:t>
            </a:r>
            <a:r>
              <a:rPr lang="ja-JP" altLang="ja-JP" sz="4000">
                <a:latin typeface="+mn-ea"/>
              </a:rPr>
              <a:t>一方で</a:t>
            </a:r>
            <a:r>
              <a:rPr lang="ja-JP" altLang="en-US" sz="4000">
                <a:latin typeface="+mn-ea"/>
              </a:rPr>
              <a:t>，加圧溶解方式において</a:t>
            </a:r>
            <a:r>
              <a:rPr lang="en-US" altLang="ja-JP" sz="4000" dirty="0">
                <a:latin typeface="+mn-ea"/>
              </a:rPr>
              <a:t>FB</a:t>
            </a:r>
            <a:r>
              <a:rPr lang="ja-JP" altLang="ja-JP" sz="4000">
                <a:latin typeface="+mn-ea"/>
              </a:rPr>
              <a:t>生成条件が液中酸素含量および</a:t>
            </a:r>
            <a:r>
              <a:rPr lang="ja-JP" altLang="en-US" sz="4000">
                <a:latin typeface="+mn-ea"/>
              </a:rPr>
              <a:t>ウルトラファインバブル</a:t>
            </a:r>
            <a:r>
              <a:rPr lang="en-US" altLang="ja-JP" sz="4000" dirty="0">
                <a:latin typeface="+mn-ea"/>
              </a:rPr>
              <a:t>(UFB)</a:t>
            </a:r>
            <a:r>
              <a:rPr lang="ja-JP" altLang="ja-JP" sz="4000">
                <a:latin typeface="+mn-ea"/>
              </a:rPr>
              <a:t>・</a:t>
            </a:r>
            <a:r>
              <a:rPr lang="ja-JP" altLang="en-US" sz="4000">
                <a:latin typeface="+mn-ea"/>
              </a:rPr>
              <a:t>マイクロバブル</a:t>
            </a:r>
            <a:r>
              <a:rPr lang="en-US" altLang="ja-JP" sz="4000" dirty="0">
                <a:latin typeface="+mn-ea"/>
              </a:rPr>
              <a:t>(MB)</a:t>
            </a:r>
            <a:r>
              <a:rPr lang="ja-JP" altLang="ja-JP" sz="4000">
                <a:latin typeface="+mn-ea"/>
              </a:rPr>
              <a:t>数濃度に及ぼす影響については</a:t>
            </a:r>
            <a:r>
              <a:rPr lang="ja-JP" altLang="en-US" sz="4000">
                <a:latin typeface="+mn-ea"/>
              </a:rPr>
              <a:t>，</a:t>
            </a:r>
            <a:r>
              <a:rPr lang="ja-JP" altLang="ja-JP" sz="4000">
                <a:latin typeface="+mn-ea"/>
              </a:rPr>
              <a:t>体系的な知見が限られている</a:t>
            </a:r>
            <a:r>
              <a:rPr lang="ja-JP" altLang="en-US" sz="4000">
                <a:latin typeface="+mn-ea"/>
              </a:rPr>
              <a:t>．</a:t>
            </a:r>
            <a:endParaRPr kumimoji="0" lang="ja-JP" altLang="ja-JP" sz="1400" b="0" i="0" u="none" strike="noStrike" cap="none" normalizeH="0" baseline="0">
              <a:ln>
                <a:noFill/>
              </a:ln>
              <a:solidFill>
                <a:schemeClr val="tx1"/>
              </a:solidFill>
              <a:effectLst/>
              <a:latin typeface="+mn-ea"/>
            </a:endParaRPr>
          </a:p>
        </p:txBody>
      </p:sp>
      <p:sp>
        <p:nvSpPr>
          <p:cNvPr id="13" name="角丸四角形 12">
            <a:extLst>
              <a:ext uri="{FF2B5EF4-FFF2-40B4-BE49-F238E27FC236}">
                <a16:creationId xmlns:a16="http://schemas.microsoft.com/office/drawing/2014/main" id="{9D675623-CFC3-F414-E8F8-D7EA417B9060}"/>
              </a:ext>
            </a:extLst>
          </p:cNvPr>
          <p:cNvSpPr/>
          <p:nvPr/>
        </p:nvSpPr>
        <p:spPr>
          <a:xfrm>
            <a:off x="373218" y="12223816"/>
            <a:ext cx="14545616" cy="15144341"/>
          </a:xfrm>
          <a:prstGeom prst="roundRect">
            <a:avLst>
              <a:gd name="adj" fmla="val 5431"/>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Arial Unicode MS" pitchFamily="50" charset="-128"/>
            </a:endParaRPr>
          </a:p>
        </p:txBody>
      </p:sp>
      <p:sp>
        <p:nvSpPr>
          <p:cNvPr id="16" name="テキスト ボックス 5">
            <a:extLst>
              <a:ext uri="{FF2B5EF4-FFF2-40B4-BE49-F238E27FC236}">
                <a16:creationId xmlns:a16="http://schemas.microsoft.com/office/drawing/2014/main" id="{144EED3A-6B46-5AFC-DF7B-FC62FF450C6F}"/>
              </a:ext>
            </a:extLst>
          </p:cNvPr>
          <p:cNvSpPr txBox="1">
            <a:spLocks noChangeArrowheads="1"/>
          </p:cNvSpPr>
          <p:nvPr/>
        </p:nvSpPr>
        <p:spPr bwMode="auto">
          <a:xfrm>
            <a:off x="2123719" y="11957793"/>
            <a:ext cx="10910853" cy="830997"/>
          </a:xfrm>
          <a:prstGeom prst="rect">
            <a:avLst/>
          </a:prstGeom>
          <a:solidFill>
            <a:schemeClr val="tx1"/>
          </a:solidFill>
          <a:ln>
            <a:noFill/>
          </a:ln>
        </p:spPr>
        <p:txBody>
          <a:bodyPr wrap="square">
            <a:spAutoFit/>
          </a:bodyPr>
          <a:lstStyle>
            <a:defPPr>
              <a:defRPr lang="ja-JP"/>
            </a:defPPr>
            <a:lvl1pPr algn="ctr">
              <a:defRPr sz="4400">
                <a:latin typeface="Arial Unicode MS" pitchFamily="50" charset="-128"/>
                <a:ea typeface="Arial Unicode MS" pitchFamily="50" charset="-128"/>
                <a:cs typeface="Arial Unicode MS" pitchFamily="50" charset="-128"/>
              </a:defRPr>
            </a:lvl1pPr>
          </a:lstStyle>
          <a:p>
            <a:r>
              <a:rPr lang="en" altLang="ja-JP" sz="4800" b="1" dirty="0">
                <a:solidFill>
                  <a:schemeClr val="bg1"/>
                </a:solidFill>
                <a:latin typeface="+mj-ea"/>
                <a:ea typeface="+mj-ea"/>
              </a:rPr>
              <a:t>FB </a:t>
            </a:r>
            <a:r>
              <a:rPr lang="ja-JP" altLang="en-US" sz="4800" b="1">
                <a:solidFill>
                  <a:schemeClr val="bg1"/>
                </a:solidFill>
                <a:latin typeface="+mj-ea"/>
                <a:ea typeface="+mj-ea"/>
              </a:rPr>
              <a:t>発生・評価系の概略図</a:t>
            </a:r>
          </a:p>
        </p:txBody>
      </p:sp>
      <p:graphicFrame>
        <p:nvGraphicFramePr>
          <p:cNvPr id="38" name="表 37">
            <a:extLst>
              <a:ext uri="{FF2B5EF4-FFF2-40B4-BE49-F238E27FC236}">
                <a16:creationId xmlns:a16="http://schemas.microsoft.com/office/drawing/2014/main" id="{B2DD3174-0421-1116-25AB-1E062CDC215D}"/>
              </a:ext>
            </a:extLst>
          </p:cNvPr>
          <p:cNvGraphicFramePr>
            <a:graphicFrameLocks noGrp="1"/>
          </p:cNvGraphicFramePr>
          <p:nvPr>
            <p:extLst>
              <p:ext uri="{D42A27DB-BD31-4B8C-83A1-F6EECF244321}">
                <p14:modId xmlns:p14="http://schemas.microsoft.com/office/powerpoint/2010/main" val="3215932630"/>
              </p:ext>
            </p:extLst>
          </p:nvPr>
        </p:nvGraphicFramePr>
        <p:xfrm>
          <a:off x="697437" y="20146198"/>
          <a:ext cx="13696176" cy="1402080"/>
        </p:xfrm>
        <a:graphic>
          <a:graphicData uri="http://schemas.openxmlformats.org/drawingml/2006/table">
            <a:tbl>
              <a:tblPr firstRow="1" bandRow="1">
                <a:tableStyleId>{5C22544A-7EE6-4342-B048-85BDC9FD1C3A}</a:tableStyleId>
              </a:tblPr>
              <a:tblGrid>
                <a:gridCol w="4565392">
                  <a:extLst>
                    <a:ext uri="{9D8B030D-6E8A-4147-A177-3AD203B41FA5}">
                      <a16:colId xmlns:a16="http://schemas.microsoft.com/office/drawing/2014/main" val="3111892843"/>
                    </a:ext>
                  </a:extLst>
                </a:gridCol>
                <a:gridCol w="4565392">
                  <a:extLst>
                    <a:ext uri="{9D8B030D-6E8A-4147-A177-3AD203B41FA5}">
                      <a16:colId xmlns:a16="http://schemas.microsoft.com/office/drawing/2014/main" val="571567211"/>
                    </a:ext>
                  </a:extLst>
                </a:gridCol>
                <a:gridCol w="4565392">
                  <a:extLst>
                    <a:ext uri="{9D8B030D-6E8A-4147-A177-3AD203B41FA5}">
                      <a16:colId xmlns:a16="http://schemas.microsoft.com/office/drawing/2014/main" val="2276916698"/>
                    </a:ext>
                  </a:extLst>
                </a:gridCol>
              </a:tblGrid>
              <a:tr h="370840">
                <a:tc>
                  <a:txBody>
                    <a:bodyPr/>
                    <a:lstStyle/>
                    <a:p>
                      <a:pPr algn="ctr"/>
                      <a:r>
                        <a:rPr kumimoji="1" lang="en-US" altLang="ja-JP" sz="4000" u="sng" dirty="0">
                          <a:solidFill>
                            <a:schemeClr val="tx1"/>
                          </a:solidFill>
                          <a:latin typeface="+mn-ea"/>
                          <a:ea typeface="+mn-ea"/>
                        </a:rPr>
                        <a:t>MB conc.</a:t>
                      </a:r>
                      <a:endParaRPr kumimoji="1" lang="ja-JP" altLang="en-US" sz="4000" u="sng">
                        <a:solidFill>
                          <a:schemeClr val="tx1"/>
                        </a:solidFill>
                        <a:latin typeface="+mn-ea"/>
                        <a:ea typeface="+mn-ea"/>
                      </a:endParaRPr>
                    </a:p>
                  </a:txBody>
                  <a:tcPr>
                    <a:lnR w="38100" cap="flat" cmpd="sng" algn="ctr">
                      <a:solidFill>
                        <a:schemeClr val="tx1"/>
                      </a:solidFill>
                      <a:prstDash val="solid"/>
                      <a:round/>
                      <a:headEnd type="none" w="med" len="med"/>
                      <a:tailEnd type="none" w="med" len="med"/>
                    </a:lnR>
                    <a:solidFill>
                      <a:schemeClr val="bg1"/>
                    </a:solidFill>
                  </a:tcPr>
                </a:tc>
                <a:tc>
                  <a:txBody>
                    <a:bodyPr/>
                    <a:lstStyle/>
                    <a:p>
                      <a:pPr algn="ctr"/>
                      <a:r>
                        <a:rPr kumimoji="1" lang="en-US" altLang="ja-JP" sz="4000" u="sng" dirty="0">
                          <a:solidFill>
                            <a:schemeClr val="tx1"/>
                          </a:solidFill>
                          <a:latin typeface="+mn-ea"/>
                          <a:ea typeface="+mn-ea"/>
                        </a:rPr>
                        <a:t>UFB conc.</a:t>
                      </a:r>
                      <a:endParaRPr kumimoji="1" lang="ja-JP" altLang="en-US" sz="4000" u="sng">
                        <a:solidFill>
                          <a:schemeClr val="tx1"/>
                        </a:solidFill>
                        <a:latin typeface="+mn-ea"/>
                        <a:ea typeface="+mn-ea"/>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solidFill>
                      <a:schemeClr val="bg1"/>
                    </a:solidFill>
                  </a:tcPr>
                </a:tc>
                <a:tc>
                  <a:txBody>
                    <a:bodyPr/>
                    <a:lstStyle/>
                    <a:p>
                      <a:pPr algn="ctr"/>
                      <a:r>
                        <a:rPr kumimoji="1" lang="en-US" altLang="ja-JP" sz="4000" u="sng" dirty="0">
                          <a:solidFill>
                            <a:schemeClr val="tx1"/>
                          </a:solidFill>
                          <a:latin typeface="+mn-ea"/>
                          <a:ea typeface="+mn-ea"/>
                        </a:rPr>
                        <a:t>Oxygen cont.</a:t>
                      </a:r>
                      <a:endParaRPr kumimoji="1" lang="ja-JP" altLang="en-US" sz="4000" u="sng">
                        <a:solidFill>
                          <a:schemeClr val="tx1"/>
                        </a:solidFill>
                        <a:latin typeface="+mn-ea"/>
                        <a:ea typeface="+mn-ea"/>
                      </a:endParaRPr>
                    </a:p>
                  </a:txBody>
                  <a:tcPr>
                    <a:lnL w="381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67925901"/>
                  </a:ext>
                </a:extLst>
              </a:tr>
              <a:tr h="370840">
                <a:tc>
                  <a:txBody>
                    <a:bodyPr/>
                    <a:lstStyle/>
                    <a:p>
                      <a:pPr algn="ctr"/>
                      <a:r>
                        <a:rPr kumimoji="1" lang="ja-JP" altLang="en-US" sz="4000" u="none">
                          <a:solidFill>
                            <a:schemeClr val="tx1"/>
                          </a:solidFill>
                          <a:latin typeface="+mn-ea"/>
                          <a:ea typeface="+mn-ea"/>
                        </a:rPr>
                        <a:t>マイクロバブル濃度</a:t>
                      </a:r>
                      <a:endParaRPr kumimoji="1" lang="en-US" altLang="ja-JP" sz="4000" u="none" dirty="0">
                        <a:solidFill>
                          <a:schemeClr val="tx1"/>
                        </a:solidFill>
                        <a:latin typeface="+mn-ea"/>
                        <a:ea typeface="+mn-ea"/>
                      </a:endParaRPr>
                    </a:p>
                  </a:txBody>
                  <a:tcPr>
                    <a:lnR w="38100" cap="flat" cmpd="sng" algn="ctr">
                      <a:solidFill>
                        <a:schemeClr val="tx1"/>
                      </a:solidFill>
                      <a:prstDash val="solid"/>
                      <a:round/>
                      <a:headEnd type="none" w="med" len="med"/>
                      <a:tailEnd type="none" w="med" len="med"/>
                    </a:lnR>
                    <a:solidFill>
                      <a:schemeClr val="bg1"/>
                    </a:solidFill>
                  </a:tcPr>
                </a:tc>
                <a:tc>
                  <a:txBody>
                    <a:bodyPr/>
                    <a:lstStyle/>
                    <a:p>
                      <a:pPr algn="ctr"/>
                      <a:r>
                        <a:rPr kumimoji="1" lang="ja-JP" altLang="en-US" sz="4000" u="none">
                          <a:solidFill>
                            <a:schemeClr val="tx1"/>
                          </a:solidFill>
                          <a:latin typeface="+mn-ea"/>
                          <a:ea typeface="+mn-ea"/>
                        </a:rPr>
                        <a:t>ナノバブル濃度</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solidFill>
                      <a:schemeClr val="bg1"/>
                    </a:solidFill>
                  </a:tcPr>
                </a:tc>
                <a:tc>
                  <a:txBody>
                    <a:bodyPr/>
                    <a:lstStyle/>
                    <a:p>
                      <a:pPr algn="ctr"/>
                      <a:r>
                        <a:rPr kumimoji="1" lang="ja-JP" altLang="en-US" sz="4000" u="none">
                          <a:solidFill>
                            <a:schemeClr val="tx1"/>
                          </a:solidFill>
                          <a:latin typeface="+mn-ea"/>
                          <a:ea typeface="+mn-ea"/>
                        </a:rPr>
                        <a:t>溶存酸素量</a:t>
                      </a:r>
                    </a:p>
                  </a:txBody>
                  <a:tcPr>
                    <a:lnL w="381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271777816"/>
                  </a:ext>
                </a:extLst>
              </a:tr>
            </a:tbl>
          </a:graphicData>
        </a:graphic>
      </p:graphicFrame>
      <p:sp>
        <p:nvSpPr>
          <p:cNvPr id="39" name="テキスト ボックス 38">
            <a:extLst>
              <a:ext uri="{FF2B5EF4-FFF2-40B4-BE49-F238E27FC236}">
                <a16:creationId xmlns:a16="http://schemas.microsoft.com/office/drawing/2014/main" id="{4C10A5D3-C024-2C96-9032-F70C126F4ABD}"/>
              </a:ext>
            </a:extLst>
          </p:cNvPr>
          <p:cNvSpPr txBox="1"/>
          <p:nvPr/>
        </p:nvSpPr>
        <p:spPr>
          <a:xfrm>
            <a:off x="527370" y="19208007"/>
            <a:ext cx="3533521" cy="812448"/>
          </a:xfrm>
          <a:prstGeom prst="rect">
            <a:avLst/>
          </a:prstGeom>
          <a:gradFill>
            <a:gsLst>
              <a:gs pos="0">
                <a:sysClr val="window" lastClr="FFFFFF"/>
              </a:gs>
              <a:gs pos="30000">
                <a:sysClr val="window" lastClr="FFFFFF"/>
              </a:gs>
              <a:gs pos="74000">
                <a:sysClr val="window" lastClr="FFFFFF"/>
              </a:gs>
              <a:gs pos="100000">
                <a:sysClr val="window" lastClr="FFFFFF">
                  <a:lumMod val="75000"/>
                </a:sysClr>
              </a:gs>
            </a:gsLst>
            <a:path path="shape">
              <a:fillToRect l="50000" t="50000" r="50000" b="50000"/>
            </a:path>
          </a:gradFill>
          <a:effectLst>
            <a:glow rad="254000">
              <a:sysClr val="window" lastClr="FFFFFF">
                <a:lumMod val="85000"/>
              </a:sysClr>
            </a:glow>
          </a:effectLst>
        </p:spPr>
        <p:txBody>
          <a:bodyPr wrap="square" rtlCol="0" anchor="ctr">
            <a:noAutofit/>
          </a:bodyPr>
          <a:lstStyle/>
          <a:p>
            <a:pPr algn="ctr" defTabSz="914400">
              <a:defRPr/>
            </a:pPr>
            <a:r>
              <a:rPr kumimoji="0" lang="ja-JP" altLang="en-US" sz="4800" kern="0">
                <a:solidFill>
                  <a:prstClr val="black"/>
                </a:solidFill>
                <a:latin typeface="+mj-ea"/>
                <a:ea typeface="+mj-ea"/>
                <a:cs typeface="Arial Unicode MS" pitchFamily="50" charset="-128"/>
              </a:rPr>
              <a:t>目的変数</a:t>
            </a:r>
          </a:p>
        </p:txBody>
      </p:sp>
      <p:pic>
        <p:nvPicPr>
          <p:cNvPr id="40" name="図 39">
            <a:extLst>
              <a:ext uri="{FF2B5EF4-FFF2-40B4-BE49-F238E27FC236}">
                <a16:creationId xmlns:a16="http://schemas.microsoft.com/office/drawing/2014/main" id="{7006EA71-9772-E74F-380C-E3037DB2C6C6}"/>
              </a:ext>
            </a:extLst>
          </p:cNvPr>
          <p:cNvPicPr>
            <a:picLocks noChangeAspect="1"/>
          </p:cNvPicPr>
          <p:nvPr/>
        </p:nvPicPr>
        <p:blipFill>
          <a:blip r:embed="rId3"/>
          <a:stretch>
            <a:fillRect/>
          </a:stretch>
        </p:blipFill>
        <p:spPr>
          <a:xfrm>
            <a:off x="414814" y="13045940"/>
            <a:ext cx="14328658" cy="6039552"/>
          </a:xfrm>
          <a:prstGeom prst="rect">
            <a:avLst/>
          </a:prstGeom>
        </p:spPr>
      </p:pic>
      <p:sp>
        <p:nvSpPr>
          <p:cNvPr id="10" name="テキスト ボックス 9">
            <a:extLst>
              <a:ext uri="{FF2B5EF4-FFF2-40B4-BE49-F238E27FC236}">
                <a16:creationId xmlns:a16="http://schemas.microsoft.com/office/drawing/2014/main" id="{D14DC024-3B6E-059E-C7CB-137FAEB1291B}"/>
              </a:ext>
            </a:extLst>
          </p:cNvPr>
          <p:cNvSpPr txBox="1"/>
          <p:nvPr/>
        </p:nvSpPr>
        <p:spPr>
          <a:xfrm>
            <a:off x="507994" y="21767866"/>
            <a:ext cx="5652165" cy="721790"/>
          </a:xfrm>
          <a:prstGeom prst="rect">
            <a:avLst/>
          </a:prstGeom>
          <a:gradFill>
            <a:gsLst>
              <a:gs pos="0">
                <a:sysClr val="window" lastClr="FFFFFF"/>
              </a:gs>
              <a:gs pos="30000">
                <a:sysClr val="window" lastClr="FFFFFF"/>
              </a:gs>
              <a:gs pos="74000">
                <a:sysClr val="window" lastClr="FFFFFF"/>
              </a:gs>
              <a:gs pos="100000">
                <a:sysClr val="window" lastClr="FFFFFF">
                  <a:lumMod val="75000"/>
                </a:sysClr>
              </a:gs>
            </a:gsLst>
            <a:path path="shape">
              <a:fillToRect l="50000" t="50000" r="50000" b="50000"/>
            </a:path>
          </a:gradFill>
          <a:effectLst>
            <a:glow rad="254000">
              <a:sysClr val="window" lastClr="FFFFFF">
                <a:lumMod val="85000"/>
              </a:sysClr>
            </a:glow>
          </a:effectLst>
        </p:spPr>
        <p:txBody>
          <a:bodyPr wrap="square" rtlCol="0" anchor="ctr">
            <a:noAutofit/>
          </a:bodyPr>
          <a:lstStyle/>
          <a:p>
            <a:pPr algn="ctr" defTabSz="914400">
              <a:defRPr/>
            </a:pPr>
            <a:r>
              <a:rPr lang="ja-JP" altLang="ja-JP" sz="4800">
                <a:latin typeface="+mj-ea"/>
                <a:ea typeface="+mj-ea"/>
              </a:rPr>
              <a:t>実験条件</a:t>
            </a:r>
            <a:r>
              <a:rPr lang="ja-JP" altLang="en-US" sz="4800">
                <a:latin typeface="+mj-ea"/>
                <a:ea typeface="+mj-ea"/>
              </a:rPr>
              <a:t>の</a:t>
            </a:r>
            <a:r>
              <a:rPr lang="ja-JP" altLang="ja-JP" sz="4800">
                <a:latin typeface="+mj-ea"/>
                <a:ea typeface="+mj-ea"/>
              </a:rPr>
              <a:t>一覧</a:t>
            </a:r>
            <a:r>
              <a:rPr lang="ja-JP" altLang="ja-JP" sz="4400">
                <a:latin typeface="+mj-ea"/>
                <a:ea typeface="+mj-ea"/>
              </a:rPr>
              <a:t> </a:t>
            </a:r>
            <a:endParaRPr kumimoji="0" lang="ja-JP" altLang="en-US" sz="4400" kern="0">
              <a:solidFill>
                <a:prstClr val="black"/>
              </a:solidFill>
              <a:latin typeface="+mj-ea"/>
              <a:ea typeface="+mj-ea"/>
              <a:cs typeface="Arial Unicode MS" pitchFamily="50" charset="-128"/>
            </a:endParaRPr>
          </a:p>
        </p:txBody>
      </p:sp>
      <p:sp>
        <p:nvSpPr>
          <p:cNvPr id="11" name="Rectangle 7">
            <a:extLst>
              <a:ext uri="{FF2B5EF4-FFF2-40B4-BE49-F238E27FC236}">
                <a16:creationId xmlns:a16="http://schemas.microsoft.com/office/drawing/2014/main" id="{DF48FDB5-36CE-4D2E-DAED-9CB634B6492A}"/>
              </a:ext>
            </a:extLst>
          </p:cNvPr>
          <p:cNvSpPr>
            <a:spLocks noChangeArrowheads="1"/>
          </p:cNvSpPr>
          <p:nvPr/>
        </p:nvSpPr>
        <p:spPr bwMode="auto">
          <a:xfrm rot="10800000" flipV="1">
            <a:off x="697437" y="22628398"/>
            <a:ext cx="12960559" cy="4739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1pPr>
            <a:lvl2pPr marL="4572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2pPr>
            <a:lvl3pPr marL="9144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3pPr>
            <a:lvl4pPr marL="13716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4pPr>
            <a:lvl5pPr marL="18288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5pPr>
            <a:lvl6pPr marL="22860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6pPr>
            <a:lvl7pPr marL="27432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7pPr>
            <a:lvl8pPr marL="32004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8pPr>
            <a:lvl9pPr marL="36576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2428875" algn="ctr"/>
                <a:tab pos="4106863" algn="ctr"/>
              </a:tabLst>
            </a:pPr>
            <a:r>
              <a:rPr kumimoji="0" lang="ja-JP" altLang="ja-JP" sz="4000" b="0" i="0" u="none" strike="noStrike" cap="none" normalizeH="0" baseline="0">
                <a:ln>
                  <a:noFill/>
                </a:ln>
                <a:solidFill>
                  <a:srgbClr val="000000"/>
                </a:solidFill>
                <a:effectLst/>
                <a:latin typeface="+mn-ea"/>
                <a:cs typeface="ＭＳ 明朝" panose="02020609040205080304" pitchFamily="49" charset="-128"/>
              </a:rPr>
              <a:t>溶解管</a:t>
            </a:r>
            <a:r>
              <a:rPr kumimoji="0" lang="ja-JP" altLang="en-US" sz="4000" b="0" i="0" u="none" strike="noStrike" cap="none" normalizeH="0" baseline="0">
                <a:ln>
                  <a:noFill/>
                </a:ln>
                <a:solidFill>
                  <a:srgbClr val="000000"/>
                </a:solidFill>
                <a:effectLst/>
                <a:latin typeface="+mn-ea"/>
                <a:cs typeface="ＭＳ 明朝" panose="02020609040205080304" pitchFamily="49" charset="-128"/>
              </a:rPr>
              <a:t>の</a:t>
            </a:r>
            <a:r>
              <a:rPr kumimoji="0" lang="ja-JP" altLang="ja-JP" sz="4000" b="0" i="0" u="none" strike="noStrike" cap="none" normalizeH="0" baseline="0">
                <a:ln>
                  <a:noFill/>
                </a:ln>
                <a:solidFill>
                  <a:srgbClr val="000000"/>
                </a:solidFill>
                <a:effectLst/>
                <a:latin typeface="+mn-ea"/>
                <a:cs typeface="ＭＳ 明朝" panose="02020609040205080304" pitchFamily="49" charset="-128"/>
              </a:rPr>
              <a:t>長さ（</a:t>
            </a:r>
            <a:r>
              <a:rPr kumimoji="0" lang="ja-JP" altLang="ja-JP" sz="4400" b="0" i="0" u="none" strike="noStrike" cap="none" normalizeH="0" baseline="0">
                <a:ln>
                  <a:noFill/>
                </a:ln>
                <a:solidFill>
                  <a:srgbClr val="000000"/>
                </a:solidFill>
                <a:effectLst/>
                <a:latin typeface="+mn-ea"/>
                <a:cs typeface="ＭＳ 明朝" panose="02020609040205080304" pitchFamily="49" charset="-128"/>
              </a:rPr>
              <a:t>Dissolve tube</a:t>
            </a:r>
            <a:r>
              <a:rPr kumimoji="0" lang="ja-JP" altLang="ja-JP" sz="4000" b="0" i="0" u="none" strike="noStrike" cap="none" normalizeH="0" baseline="0">
                <a:ln>
                  <a:noFill/>
                </a:ln>
                <a:solidFill>
                  <a:srgbClr val="000000"/>
                </a:solidFill>
                <a:effectLst/>
                <a:latin typeface="+mn-ea"/>
                <a:cs typeface="ＭＳ 明朝" panose="02020609040205080304" pitchFamily="49" charset="-128"/>
              </a:rPr>
              <a:t>）</a:t>
            </a:r>
            <a:r>
              <a:rPr kumimoji="0" lang="en-US" altLang="ja-JP" sz="4000" dirty="0">
                <a:solidFill>
                  <a:srgbClr val="000000"/>
                </a:solidFill>
                <a:latin typeface="+mn-ea"/>
                <a:cs typeface="ＭＳ 明朝" panose="02020609040205080304" pitchFamily="49" charset="-128"/>
              </a:rPr>
              <a:t>	</a:t>
            </a:r>
            <a:r>
              <a:rPr kumimoji="0" lang="ja-JP" altLang="ja-JP" sz="4400" b="0" i="0" u="none" strike="noStrike" cap="none" normalizeH="0" baseline="0">
                <a:ln>
                  <a:noFill/>
                </a:ln>
                <a:solidFill>
                  <a:srgbClr val="000000"/>
                </a:solidFill>
                <a:effectLst/>
                <a:latin typeface="+mn-ea"/>
                <a:cs typeface="ＭＳ 明朝" panose="02020609040205080304" pitchFamily="49" charset="-128"/>
              </a:rPr>
              <a:t>0.12</a:t>
            </a:r>
            <a:r>
              <a:rPr kumimoji="0" lang="ja-JP" altLang="ja-JP" sz="4000" b="0" i="0" u="none" strike="noStrike" cap="none" normalizeH="0" baseline="0">
                <a:ln>
                  <a:noFill/>
                </a:ln>
                <a:solidFill>
                  <a:srgbClr val="000000"/>
                </a:solidFill>
                <a:effectLst/>
                <a:latin typeface="+mn-ea"/>
                <a:cs typeface="ＭＳ 明朝" panose="02020609040205080304" pitchFamily="49" charset="-128"/>
              </a:rPr>
              <a:t>，</a:t>
            </a:r>
            <a:r>
              <a:rPr kumimoji="0" lang="ja-JP" altLang="ja-JP" sz="4400" b="0" i="0" u="none" strike="noStrike" cap="none" normalizeH="0" baseline="0">
                <a:ln>
                  <a:noFill/>
                </a:ln>
                <a:solidFill>
                  <a:srgbClr val="000000"/>
                </a:solidFill>
                <a:effectLst/>
                <a:latin typeface="+mn-ea"/>
                <a:cs typeface="ＭＳ 明朝" panose="02020609040205080304" pitchFamily="49" charset="-128"/>
              </a:rPr>
              <a:t>2m</a:t>
            </a:r>
            <a:endParaRPr kumimoji="0" lang="ja-JP" altLang="ja-JP" sz="9600" b="0" i="0" u="none" strike="noStrike" cap="none" normalizeH="0" baseline="0">
              <a:ln>
                <a:noFill/>
              </a:ln>
              <a:solidFill>
                <a:schemeClr val="tx1"/>
              </a:solidFill>
              <a:effectLst/>
              <a:latin typeface="+mn-ea"/>
            </a:endParaRPr>
          </a:p>
          <a:p>
            <a:pPr marL="0" marR="0" lvl="0" indent="0" algn="l" defTabSz="914400" rtl="0" eaLnBrk="0" fontAlgn="base" latinLnBrk="0" hangingPunct="0">
              <a:lnSpc>
                <a:spcPct val="100000"/>
              </a:lnSpc>
              <a:spcBef>
                <a:spcPct val="0"/>
              </a:spcBef>
              <a:spcAft>
                <a:spcPct val="0"/>
              </a:spcAft>
              <a:buClrTx/>
              <a:buSzTx/>
              <a:buFontTx/>
              <a:buNone/>
              <a:tabLst>
                <a:tab pos="2428875" algn="ctr"/>
                <a:tab pos="4106863" algn="ctr"/>
              </a:tabLst>
            </a:pPr>
            <a:r>
              <a:rPr kumimoji="0" lang="ja-JP" altLang="ja-JP" sz="5400" b="0" i="0" u="none" strike="noStrike" cap="none" normalizeH="0" baseline="0">
                <a:ln>
                  <a:noFill/>
                </a:ln>
                <a:solidFill>
                  <a:srgbClr val="000000"/>
                </a:solidFill>
                <a:effectLst/>
                <a:latin typeface="+mn-ea"/>
                <a:cs typeface="ＭＳ 明朝" panose="02020609040205080304" pitchFamily="49" charset="-128"/>
              </a:rPr>
              <a:t>	</a:t>
            </a:r>
            <a:r>
              <a:rPr kumimoji="0" lang="ja-JP" altLang="ja-JP" sz="4000" b="0" i="0" u="none" strike="noStrike" cap="none" normalizeH="0" baseline="0">
                <a:ln>
                  <a:noFill/>
                </a:ln>
                <a:solidFill>
                  <a:srgbClr val="000000"/>
                </a:solidFill>
                <a:effectLst/>
                <a:latin typeface="+mn-ea"/>
                <a:cs typeface="ＭＳ 明朝" panose="02020609040205080304" pitchFamily="49" charset="-128"/>
              </a:rPr>
              <a:t>溶解圧力（</a:t>
            </a:r>
            <a:r>
              <a:rPr kumimoji="0" lang="ja-JP" altLang="ja-JP" sz="4400" b="0" i="0" u="none" strike="noStrike" cap="none" normalizeH="0" baseline="0">
                <a:ln>
                  <a:noFill/>
                </a:ln>
                <a:solidFill>
                  <a:srgbClr val="000000"/>
                </a:solidFill>
                <a:effectLst/>
                <a:latin typeface="+mn-ea"/>
                <a:cs typeface="ＭＳ 明朝" panose="02020609040205080304" pitchFamily="49" charset="-128"/>
              </a:rPr>
              <a:t>Dissolution pressure</a:t>
            </a:r>
            <a:r>
              <a:rPr kumimoji="0" lang="ja-JP" altLang="ja-JP" sz="4000" b="0" i="0" u="none" strike="noStrike" cap="none" normalizeH="0" baseline="0">
                <a:ln>
                  <a:noFill/>
                </a:ln>
                <a:solidFill>
                  <a:srgbClr val="000000"/>
                </a:solidFill>
                <a:effectLst/>
                <a:latin typeface="+mn-ea"/>
                <a:cs typeface="ＭＳ 明朝" panose="02020609040205080304" pitchFamily="49" charset="-128"/>
              </a:rPr>
              <a:t>）</a:t>
            </a:r>
            <a:r>
              <a:rPr kumimoji="0" lang="en-US" altLang="ja-JP" sz="4000" b="0" i="0" u="none" strike="noStrike" cap="none" normalizeH="0" baseline="0" dirty="0">
                <a:ln>
                  <a:noFill/>
                </a:ln>
                <a:solidFill>
                  <a:srgbClr val="000000"/>
                </a:solidFill>
                <a:effectLst/>
                <a:latin typeface="+mn-ea"/>
                <a:cs typeface="ＭＳ 明朝" panose="02020609040205080304" pitchFamily="49" charset="-128"/>
              </a:rPr>
              <a:t>	</a:t>
            </a:r>
            <a:r>
              <a:rPr kumimoji="0" lang="ja-JP" altLang="ja-JP" sz="4400" b="0" i="0" u="none" strike="noStrike" cap="none" normalizeH="0" baseline="0">
                <a:ln>
                  <a:noFill/>
                </a:ln>
                <a:solidFill>
                  <a:srgbClr val="000000"/>
                </a:solidFill>
                <a:effectLst/>
                <a:latin typeface="+mn-ea"/>
                <a:cs typeface="ＭＳ 明朝" panose="02020609040205080304" pitchFamily="49" charset="-128"/>
              </a:rPr>
              <a:t>2</a:t>
            </a:r>
            <a:r>
              <a:rPr kumimoji="0" lang="ja-JP" altLang="ja-JP" sz="4000" b="0" i="0" u="none" strike="noStrike" cap="none" normalizeH="0" baseline="0">
                <a:ln>
                  <a:noFill/>
                </a:ln>
                <a:solidFill>
                  <a:srgbClr val="000000"/>
                </a:solidFill>
                <a:effectLst/>
                <a:latin typeface="+mn-ea"/>
                <a:cs typeface="ＭＳ 明朝" panose="02020609040205080304" pitchFamily="49" charset="-128"/>
              </a:rPr>
              <a:t>，</a:t>
            </a:r>
            <a:r>
              <a:rPr kumimoji="0" lang="ja-JP" altLang="ja-JP" sz="4400" b="0" i="0" u="none" strike="noStrike" cap="none" normalizeH="0" baseline="0">
                <a:ln>
                  <a:noFill/>
                </a:ln>
                <a:solidFill>
                  <a:srgbClr val="000000"/>
                </a:solidFill>
                <a:effectLst/>
                <a:latin typeface="+mn-ea"/>
                <a:cs typeface="ＭＳ 明朝" panose="02020609040205080304" pitchFamily="49" charset="-128"/>
              </a:rPr>
              <a:t>3</a:t>
            </a:r>
            <a:r>
              <a:rPr kumimoji="0" lang="ja-JP" altLang="ja-JP" sz="4000" b="0" i="0" u="none" strike="noStrike" cap="none" normalizeH="0" baseline="0">
                <a:ln>
                  <a:noFill/>
                </a:ln>
                <a:solidFill>
                  <a:srgbClr val="000000"/>
                </a:solidFill>
                <a:effectLst/>
                <a:latin typeface="+mn-ea"/>
                <a:cs typeface="ＭＳ 明朝" panose="02020609040205080304" pitchFamily="49" charset="-128"/>
              </a:rPr>
              <a:t>，</a:t>
            </a:r>
            <a:r>
              <a:rPr kumimoji="0" lang="ja-JP" altLang="ja-JP" sz="4400" b="0" i="0" u="none" strike="noStrike" cap="none" normalizeH="0" baseline="0">
                <a:ln>
                  <a:noFill/>
                </a:ln>
                <a:solidFill>
                  <a:srgbClr val="000000"/>
                </a:solidFill>
                <a:effectLst/>
                <a:latin typeface="+mn-ea"/>
                <a:cs typeface="ＭＳ 明朝" panose="02020609040205080304" pitchFamily="49" charset="-128"/>
              </a:rPr>
              <a:t>4MPa</a:t>
            </a:r>
            <a:endParaRPr kumimoji="0" lang="ja-JP" altLang="ja-JP" sz="9600" b="0" i="0" u="none" strike="noStrike" cap="none" normalizeH="0" baseline="0">
              <a:ln>
                <a:noFill/>
              </a:ln>
              <a:solidFill>
                <a:schemeClr val="tx1"/>
              </a:solidFill>
              <a:effectLst/>
              <a:latin typeface="+mn-ea"/>
            </a:endParaRPr>
          </a:p>
          <a:p>
            <a:pPr marL="0" marR="0" lvl="0" indent="0" algn="l" defTabSz="914400" rtl="0" eaLnBrk="0" fontAlgn="base" latinLnBrk="0" hangingPunct="0">
              <a:lnSpc>
                <a:spcPct val="100000"/>
              </a:lnSpc>
              <a:spcBef>
                <a:spcPct val="0"/>
              </a:spcBef>
              <a:spcAft>
                <a:spcPct val="0"/>
              </a:spcAft>
              <a:buClrTx/>
              <a:buSzTx/>
              <a:buFontTx/>
              <a:buNone/>
              <a:tabLst>
                <a:tab pos="2428875" algn="ctr"/>
                <a:tab pos="4106863" algn="ctr"/>
              </a:tabLst>
            </a:pPr>
            <a:r>
              <a:rPr kumimoji="0" lang="ja-JP" altLang="ja-JP" sz="5400" b="0" i="0" u="none" strike="noStrike" cap="none" normalizeH="0" baseline="0">
                <a:ln>
                  <a:noFill/>
                </a:ln>
                <a:solidFill>
                  <a:srgbClr val="000000"/>
                </a:solidFill>
                <a:effectLst/>
                <a:latin typeface="+mn-ea"/>
                <a:cs typeface="ＭＳ 明朝" panose="02020609040205080304" pitchFamily="49" charset="-128"/>
              </a:rPr>
              <a:t>	</a:t>
            </a:r>
            <a:r>
              <a:rPr kumimoji="0" lang="ja-JP" altLang="ja-JP" sz="4000" b="0" i="0" u="none" strike="noStrike" cap="none" normalizeH="0" baseline="0">
                <a:ln>
                  <a:noFill/>
                </a:ln>
                <a:solidFill>
                  <a:srgbClr val="000000"/>
                </a:solidFill>
                <a:effectLst/>
                <a:latin typeface="+mn-ea"/>
                <a:cs typeface="ＭＳ 明朝" panose="02020609040205080304" pitchFamily="49" charset="-128"/>
              </a:rPr>
              <a:t>吐出管</a:t>
            </a:r>
            <a:r>
              <a:rPr kumimoji="0" lang="ja-JP" altLang="en-US" sz="4000" b="0" i="0" u="none" strike="noStrike" cap="none" normalizeH="0" baseline="0">
                <a:ln>
                  <a:noFill/>
                </a:ln>
                <a:solidFill>
                  <a:srgbClr val="000000"/>
                </a:solidFill>
                <a:effectLst/>
                <a:latin typeface="+mn-ea"/>
                <a:cs typeface="ＭＳ 明朝" panose="02020609040205080304" pitchFamily="49" charset="-128"/>
              </a:rPr>
              <a:t>の</a:t>
            </a:r>
            <a:r>
              <a:rPr kumimoji="0" lang="ja-JP" altLang="ja-JP" sz="4000" b="0" i="0" u="none" strike="noStrike" cap="none" normalizeH="0" baseline="0">
                <a:ln>
                  <a:noFill/>
                </a:ln>
                <a:solidFill>
                  <a:srgbClr val="000000"/>
                </a:solidFill>
                <a:effectLst/>
                <a:latin typeface="+mn-ea"/>
                <a:cs typeface="ＭＳ 明朝" panose="02020609040205080304" pitchFamily="49" charset="-128"/>
              </a:rPr>
              <a:t>長さ（</a:t>
            </a:r>
            <a:r>
              <a:rPr kumimoji="0" lang="ja-JP" altLang="ja-JP" sz="4400" b="0" i="0" u="none" strike="noStrike" cap="none" normalizeH="0" baseline="0">
                <a:ln>
                  <a:noFill/>
                </a:ln>
                <a:solidFill>
                  <a:srgbClr val="000000"/>
                </a:solidFill>
                <a:effectLst/>
                <a:latin typeface="+mn-ea"/>
                <a:cs typeface="ＭＳ 明朝" panose="02020609040205080304" pitchFamily="49" charset="-128"/>
              </a:rPr>
              <a:t>Discharge tube</a:t>
            </a:r>
            <a:r>
              <a:rPr kumimoji="0" lang="ja-JP" altLang="ja-JP" sz="4000" b="0" i="0" u="none" strike="noStrike" cap="none" normalizeH="0" baseline="0">
                <a:ln>
                  <a:noFill/>
                </a:ln>
                <a:solidFill>
                  <a:srgbClr val="000000"/>
                </a:solidFill>
                <a:effectLst/>
                <a:latin typeface="+mn-ea"/>
                <a:cs typeface="ＭＳ 明朝" panose="02020609040205080304" pitchFamily="49" charset="-128"/>
              </a:rPr>
              <a:t>）</a:t>
            </a:r>
            <a:r>
              <a:rPr kumimoji="0" lang="en-US" altLang="ja-JP" sz="4000" b="0" i="0" u="none" strike="noStrike" cap="none" normalizeH="0" baseline="0" dirty="0">
                <a:ln>
                  <a:noFill/>
                </a:ln>
                <a:solidFill>
                  <a:srgbClr val="000000"/>
                </a:solidFill>
                <a:effectLst/>
                <a:latin typeface="+mn-ea"/>
                <a:cs typeface="ＭＳ 明朝" panose="02020609040205080304" pitchFamily="49" charset="-128"/>
              </a:rPr>
              <a:t>	</a:t>
            </a:r>
            <a:r>
              <a:rPr kumimoji="0" lang="ja-JP" altLang="ja-JP" sz="4400" b="0" i="0" u="none" strike="noStrike" cap="none" normalizeH="0" baseline="0">
                <a:ln>
                  <a:noFill/>
                </a:ln>
                <a:solidFill>
                  <a:srgbClr val="000000"/>
                </a:solidFill>
                <a:effectLst/>
                <a:latin typeface="+mn-ea"/>
                <a:cs typeface="ＭＳ 明朝" panose="02020609040205080304" pitchFamily="49" charset="-128"/>
              </a:rPr>
              <a:t>0.7</a:t>
            </a:r>
            <a:r>
              <a:rPr kumimoji="0" lang="ja-JP" altLang="ja-JP" sz="4000" b="0" i="0" u="none" strike="noStrike" cap="none" normalizeH="0" baseline="0">
                <a:ln>
                  <a:noFill/>
                </a:ln>
                <a:solidFill>
                  <a:srgbClr val="000000"/>
                </a:solidFill>
                <a:effectLst/>
                <a:latin typeface="+mn-ea"/>
                <a:cs typeface="ＭＳ 明朝" panose="02020609040205080304" pitchFamily="49" charset="-128"/>
              </a:rPr>
              <a:t>，</a:t>
            </a:r>
            <a:r>
              <a:rPr kumimoji="0" lang="ja-JP" altLang="ja-JP" sz="4400" b="0" i="0" u="none" strike="noStrike" cap="none" normalizeH="0" baseline="0">
                <a:ln>
                  <a:noFill/>
                </a:ln>
                <a:solidFill>
                  <a:srgbClr val="000000"/>
                </a:solidFill>
                <a:effectLst/>
                <a:latin typeface="+mn-ea"/>
                <a:cs typeface="ＭＳ 明朝" panose="02020609040205080304" pitchFamily="49" charset="-128"/>
              </a:rPr>
              <a:t>2</a:t>
            </a:r>
            <a:r>
              <a:rPr kumimoji="0" lang="ja-JP" altLang="ja-JP" sz="4000" b="0" i="0" u="none" strike="noStrike" cap="none" normalizeH="0" baseline="0">
                <a:ln>
                  <a:noFill/>
                </a:ln>
                <a:solidFill>
                  <a:srgbClr val="000000"/>
                </a:solidFill>
                <a:effectLst/>
                <a:latin typeface="+mn-ea"/>
                <a:cs typeface="ＭＳ 明朝" panose="02020609040205080304" pitchFamily="49" charset="-128"/>
              </a:rPr>
              <a:t>，</a:t>
            </a:r>
            <a:r>
              <a:rPr kumimoji="0" lang="ja-JP" altLang="ja-JP" sz="4400" b="0" i="0" u="none" strike="noStrike" cap="none" normalizeH="0" baseline="0">
                <a:ln>
                  <a:noFill/>
                </a:ln>
                <a:solidFill>
                  <a:srgbClr val="000000"/>
                </a:solidFill>
                <a:effectLst/>
                <a:latin typeface="+mn-ea"/>
                <a:cs typeface="ＭＳ 明朝" panose="02020609040205080304" pitchFamily="49" charset="-128"/>
              </a:rPr>
              <a:t>4</a:t>
            </a:r>
            <a:r>
              <a:rPr kumimoji="0" lang="ja-JP" altLang="ja-JP" sz="4000" b="0" i="0" u="none" strike="noStrike" cap="none" normalizeH="0" baseline="0">
                <a:ln>
                  <a:noFill/>
                </a:ln>
                <a:solidFill>
                  <a:srgbClr val="000000"/>
                </a:solidFill>
                <a:effectLst/>
                <a:latin typeface="+mn-ea"/>
                <a:cs typeface="ＭＳ 明朝" panose="02020609040205080304" pitchFamily="49" charset="-128"/>
              </a:rPr>
              <a:t>，</a:t>
            </a:r>
            <a:r>
              <a:rPr kumimoji="0" lang="ja-JP" altLang="ja-JP" sz="4400" b="0" i="0" u="none" strike="noStrike" cap="none" normalizeH="0" baseline="0">
                <a:ln>
                  <a:noFill/>
                </a:ln>
                <a:solidFill>
                  <a:srgbClr val="000000"/>
                </a:solidFill>
                <a:effectLst/>
                <a:latin typeface="+mn-ea"/>
                <a:cs typeface="ＭＳ 明朝" panose="02020609040205080304" pitchFamily="49" charset="-128"/>
              </a:rPr>
              <a:t>5m</a:t>
            </a:r>
            <a:endParaRPr kumimoji="0" lang="ja-JP" altLang="ja-JP" sz="9600" b="0" i="0" u="none" strike="noStrike" cap="none" normalizeH="0" baseline="0">
              <a:ln>
                <a:noFill/>
              </a:ln>
              <a:solidFill>
                <a:schemeClr val="tx1"/>
              </a:solidFill>
              <a:effectLst/>
              <a:latin typeface="+mn-ea"/>
            </a:endParaRPr>
          </a:p>
          <a:p>
            <a:pPr marL="0" marR="0" lvl="0" indent="0" algn="l" defTabSz="914400" rtl="0" eaLnBrk="0" fontAlgn="base" latinLnBrk="0" hangingPunct="0">
              <a:lnSpc>
                <a:spcPct val="100000"/>
              </a:lnSpc>
              <a:spcBef>
                <a:spcPct val="0"/>
              </a:spcBef>
              <a:spcAft>
                <a:spcPct val="0"/>
              </a:spcAft>
              <a:buClrTx/>
              <a:buSzTx/>
              <a:buFontTx/>
              <a:buNone/>
              <a:tabLst>
                <a:tab pos="2428875" algn="ctr"/>
                <a:tab pos="4106863" algn="ctr"/>
              </a:tabLst>
            </a:pPr>
            <a:r>
              <a:rPr kumimoji="0" lang="ja-JP" altLang="ja-JP" sz="4000" b="0" i="0" u="none" strike="noStrike" cap="none" normalizeH="0" baseline="0">
                <a:ln>
                  <a:noFill/>
                </a:ln>
                <a:solidFill>
                  <a:srgbClr val="000000"/>
                </a:solidFill>
                <a:effectLst/>
                <a:latin typeface="+mn-ea"/>
                <a:cs typeface="ＭＳ 明朝" panose="02020609040205080304" pitchFamily="49" charset="-128"/>
              </a:rPr>
              <a:t>酸素流量（</a:t>
            </a:r>
            <a:r>
              <a:rPr kumimoji="0" lang="ja-JP" altLang="ja-JP" sz="4400" b="0" i="0" u="none" strike="noStrike" cap="none" normalizeH="0" baseline="0">
                <a:ln>
                  <a:noFill/>
                </a:ln>
                <a:solidFill>
                  <a:srgbClr val="000000"/>
                </a:solidFill>
                <a:effectLst/>
                <a:latin typeface="+mn-ea"/>
                <a:cs typeface="ＭＳ 明朝" panose="02020609040205080304" pitchFamily="49" charset="-128"/>
              </a:rPr>
              <a:t>Flow speed (oxygen)</a:t>
            </a:r>
            <a:r>
              <a:rPr kumimoji="0" lang="ja-JP" altLang="ja-JP" sz="4000" b="0" i="0" u="none" strike="noStrike" cap="none" normalizeH="0" baseline="0">
                <a:ln>
                  <a:noFill/>
                </a:ln>
                <a:solidFill>
                  <a:srgbClr val="000000"/>
                </a:solidFill>
                <a:effectLst/>
                <a:latin typeface="+mn-ea"/>
                <a:cs typeface="ＭＳ 明朝" panose="02020609040205080304" pitchFamily="49" charset="-128"/>
              </a:rPr>
              <a:t>）</a:t>
            </a:r>
            <a:r>
              <a:rPr kumimoji="0" lang="en-US" altLang="ja-JP" sz="4000" b="0" i="0" u="none" strike="noStrike" cap="none" normalizeH="0" baseline="0" dirty="0">
                <a:ln>
                  <a:noFill/>
                </a:ln>
                <a:solidFill>
                  <a:srgbClr val="000000"/>
                </a:solidFill>
                <a:effectLst/>
                <a:latin typeface="+mn-ea"/>
                <a:cs typeface="ＭＳ 明朝" panose="02020609040205080304" pitchFamily="49" charset="-128"/>
              </a:rPr>
              <a:t>	</a:t>
            </a:r>
            <a:r>
              <a:rPr kumimoji="0" lang="ja-JP" altLang="ja-JP" sz="4400" b="0" i="0" u="none" strike="noStrike" cap="none" normalizeH="0" baseline="0">
                <a:ln>
                  <a:noFill/>
                </a:ln>
                <a:solidFill>
                  <a:srgbClr val="000000"/>
                </a:solidFill>
                <a:effectLst/>
                <a:latin typeface="+mn-ea"/>
                <a:cs typeface="ＭＳ 明朝" panose="02020609040205080304" pitchFamily="49" charset="-128"/>
              </a:rPr>
              <a:t>3.3</a:t>
            </a:r>
            <a:r>
              <a:rPr kumimoji="0" lang="ja-JP" altLang="ja-JP" sz="4000" b="0" i="0" u="none" strike="noStrike" cap="none" normalizeH="0" baseline="0">
                <a:ln>
                  <a:noFill/>
                </a:ln>
                <a:solidFill>
                  <a:srgbClr val="000000"/>
                </a:solidFill>
                <a:effectLst/>
                <a:latin typeface="+mn-ea"/>
                <a:cs typeface="ＭＳ 明朝" panose="02020609040205080304" pitchFamily="49" charset="-128"/>
              </a:rPr>
              <a:t>，</a:t>
            </a:r>
            <a:r>
              <a:rPr kumimoji="0" lang="ja-JP" altLang="ja-JP" sz="4400" b="0" i="0" u="none" strike="noStrike" cap="none" normalizeH="0" baseline="0">
                <a:ln>
                  <a:noFill/>
                </a:ln>
                <a:solidFill>
                  <a:srgbClr val="000000"/>
                </a:solidFill>
                <a:effectLst/>
                <a:latin typeface="+mn-ea"/>
                <a:cs typeface="ＭＳ 明朝" panose="02020609040205080304" pitchFamily="49" charset="-128"/>
              </a:rPr>
              <a:t>5</a:t>
            </a:r>
            <a:r>
              <a:rPr kumimoji="0" lang="ja-JP" altLang="ja-JP" sz="4000" b="0" i="0" u="none" strike="noStrike" cap="none" normalizeH="0" baseline="0">
                <a:ln>
                  <a:noFill/>
                </a:ln>
                <a:solidFill>
                  <a:srgbClr val="000000"/>
                </a:solidFill>
                <a:effectLst/>
                <a:latin typeface="+mn-ea"/>
                <a:cs typeface="ＭＳ 明朝" panose="02020609040205080304" pitchFamily="49" charset="-128"/>
              </a:rPr>
              <a:t>，</a:t>
            </a:r>
            <a:r>
              <a:rPr kumimoji="0" lang="ja-JP" altLang="ja-JP" sz="4400" b="0" i="0" u="none" strike="noStrike" cap="none" normalizeH="0" baseline="0">
                <a:ln>
                  <a:noFill/>
                </a:ln>
                <a:solidFill>
                  <a:srgbClr val="000000"/>
                </a:solidFill>
                <a:effectLst/>
                <a:latin typeface="+mn-ea"/>
                <a:cs typeface="ＭＳ 明朝" panose="02020609040205080304" pitchFamily="49" charset="-128"/>
              </a:rPr>
              <a:t>10</a:t>
            </a:r>
            <a:r>
              <a:rPr kumimoji="0" lang="ja-JP" altLang="ja-JP" sz="4000" b="0" i="0" u="none" strike="noStrike" cap="none" normalizeH="0" baseline="0">
                <a:ln>
                  <a:noFill/>
                </a:ln>
                <a:solidFill>
                  <a:srgbClr val="000000"/>
                </a:solidFill>
                <a:effectLst/>
                <a:latin typeface="+mn-ea"/>
                <a:cs typeface="ＭＳ 明朝" panose="02020609040205080304" pitchFamily="49" charset="-128"/>
              </a:rPr>
              <a:t>，</a:t>
            </a:r>
            <a:r>
              <a:rPr kumimoji="0" lang="ja-JP" altLang="ja-JP" sz="4400" b="0" i="0" u="none" strike="noStrike" cap="none" normalizeH="0" baseline="0">
                <a:ln>
                  <a:noFill/>
                </a:ln>
                <a:solidFill>
                  <a:srgbClr val="000000"/>
                </a:solidFill>
                <a:effectLst/>
                <a:latin typeface="+mn-ea"/>
                <a:cs typeface="ＭＳ 明朝" panose="02020609040205080304" pitchFamily="49" charset="-128"/>
              </a:rPr>
              <a:t>25mL/min</a:t>
            </a:r>
            <a:endParaRPr kumimoji="0" lang="ja-JP" altLang="ja-JP" sz="9600" b="0" i="0" u="none" strike="noStrike" cap="none" normalizeH="0" baseline="0">
              <a:ln>
                <a:noFill/>
              </a:ln>
              <a:solidFill>
                <a:schemeClr val="tx1"/>
              </a:solidFill>
              <a:effectLst/>
              <a:latin typeface="+mn-ea"/>
            </a:endParaRPr>
          </a:p>
          <a:p>
            <a:pPr marL="0" marR="0" lvl="0" indent="0" algn="l" defTabSz="914400" rtl="0" eaLnBrk="0" fontAlgn="base" latinLnBrk="0" hangingPunct="0">
              <a:lnSpc>
                <a:spcPct val="100000"/>
              </a:lnSpc>
              <a:spcBef>
                <a:spcPct val="0"/>
              </a:spcBef>
              <a:spcAft>
                <a:spcPct val="0"/>
              </a:spcAft>
              <a:buClrTx/>
              <a:buSzTx/>
              <a:buFontTx/>
              <a:buNone/>
              <a:tabLst>
                <a:tab pos="2428875" algn="ctr"/>
                <a:tab pos="4106863" algn="ctr"/>
              </a:tabLst>
            </a:pPr>
            <a:r>
              <a:rPr kumimoji="0" lang="ja-JP" altLang="ja-JP" sz="4000" b="0" i="0" u="none" strike="noStrike" cap="none" normalizeH="0" baseline="0">
                <a:ln>
                  <a:noFill/>
                </a:ln>
                <a:solidFill>
                  <a:srgbClr val="000000"/>
                </a:solidFill>
                <a:effectLst/>
                <a:latin typeface="+mn-ea"/>
                <a:cs typeface="ＭＳ 明朝" panose="02020609040205080304" pitchFamily="49" charset="-128"/>
              </a:rPr>
              <a:t>水流量（</a:t>
            </a:r>
            <a:r>
              <a:rPr kumimoji="0" lang="ja-JP" altLang="ja-JP" sz="4400" b="0" i="0" u="none" strike="noStrike" cap="none" normalizeH="0" baseline="0">
                <a:ln>
                  <a:noFill/>
                </a:ln>
                <a:solidFill>
                  <a:srgbClr val="000000"/>
                </a:solidFill>
                <a:effectLst/>
                <a:latin typeface="+mn-ea"/>
                <a:cs typeface="ＭＳ 明朝" panose="02020609040205080304" pitchFamily="49" charset="-128"/>
              </a:rPr>
              <a:t>Flow speed (water)</a:t>
            </a:r>
            <a:r>
              <a:rPr kumimoji="0" lang="ja-JP" altLang="ja-JP" sz="4000" b="0" i="0" u="none" strike="noStrike" cap="none" normalizeH="0" baseline="0">
                <a:ln>
                  <a:noFill/>
                </a:ln>
                <a:solidFill>
                  <a:srgbClr val="000000"/>
                </a:solidFill>
                <a:effectLst/>
                <a:latin typeface="+mn-ea"/>
                <a:cs typeface="ＭＳ 明朝" panose="02020609040205080304" pitchFamily="49" charset="-128"/>
              </a:rPr>
              <a:t>）</a:t>
            </a:r>
            <a:r>
              <a:rPr kumimoji="0" lang="en-US" altLang="ja-JP" sz="4000" b="0" i="0" u="none" strike="noStrike" cap="none" normalizeH="0" baseline="0" dirty="0">
                <a:ln>
                  <a:noFill/>
                </a:ln>
                <a:solidFill>
                  <a:srgbClr val="000000"/>
                </a:solidFill>
                <a:effectLst/>
                <a:latin typeface="+mn-ea"/>
                <a:cs typeface="ＭＳ 明朝" panose="02020609040205080304" pitchFamily="49" charset="-128"/>
              </a:rPr>
              <a:t>	</a:t>
            </a:r>
            <a:r>
              <a:rPr kumimoji="0" lang="ja-JP" altLang="ja-JP" sz="4400" b="0" i="0" u="none" strike="noStrike" cap="none" normalizeH="0" baseline="0">
                <a:ln>
                  <a:noFill/>
                </a:ln>
                <a:solidFill>
                  <a:srgbClr val="000000"/>
                </a:solidFill>
                <a:effectLst/>
                <a:latin typeface="+mn-ea"/>
                <a:cs typeface="ＭＳ 明朝" panose="02020609040205080304" pitchFamily="49" charset="-128"/>
              </a:rPr>
              <a:t>25</a:t>
            </a:r>
            <a:r>
              <a:rPr kumimoji="0" lang="ja-JP" altLang="ja-JP" sz="4000" b="0" i="0" u="none" strike="noStrike" cap="none" normalizeH="0" baseline="0">
                <a:ln>
                  <a:noFill/>
                </a:ln>
                <a:solidFill>
                  <a:srgbClr val="000000"/>
                </a:solidFill>
                <a:effectLst/>
                <a:latin typeface="+mn-ea"/>
                <a:cs typeface="ＭＳ 明朝" panose="02020609040205080304" pitchFamily="49" charset="-128"/>
              </a:rPr>
              <a:t>，</a:t>
            </a:r>
            <a:r>
              <a:rPr kumimoji="0" lang="ja-JP" altLang="ja-JP" sz="4400" b="0" i="0" u="none" strike="noStrike" cap="none" normalizeH="0" baseline="0">
                <a:ln>
                  <a:noFill/>
                </a:ln>
                <a:solidFill>
                  <a:srgbClr val="000000"/>
                </a:solidFill>
                <a:effectLst/>
                <a:latin typeface="+mn-ea"/>
                <a:cs typeface="ＭＳ 明朝" panose="02020609040205080304" pitchFamily="49" charset="-128"/>
              </a:rPr>
              <a:t>40</a:t>
            </a:r>
            <a:r>
              <a:rPr kumimoji="0" lang="ja-JP" altLang="ja-JP" sz="4000" b="0" i="0" u="none" strike="noStrike" cap="none" normalizeH="0" baseline="0">
                <a:ln>
                  <a:noFill/>
                </a:ln>
                <a:solidFill>
                  <a:srgbClr val="000000"/>
                </a:solidFill>
                <a:effectLst/>
                <a:latin typeface="+mn-ea"/>
                <a:cs typeface="ＭＳ 明朝" panose="02020609040205080304" pitchFamily="49" charset="-128"/>
              </a:rPr>
              <a:t>，</a:t>
            </a:r>
            <a:r>
              <a:rPr kumimoji="0" lang="ja-JP" altLang="ja-JP" sz="4400" b="0" i="0" u="none" strike="noStrike" cap="none" normalizeH="0" baseline="0">
                <a:ln>
                  <a:noFill/>
                </a:ln>
                <a:solidFill>
                  <a:srgbClr val="000000"/>
                </a:solidFill>
                <a:effectLst/>
                <a:latin typeface="+mn-ea"/>
                <a:cs typeface="ＭＳ 明朝" panose="02020609040205080304" pitchFamily="49" charset="-128"/>
              </a:rPr>
              <a:t>45</a:t>
            </a:r>
            <a:r>
              <a:rPr kumimoji="0" lang="ja-JP" altLang="ja-JP" sz="4000" b="0" i="0" u="none" strike="noStrike" cap="none" normalizeH="0" baseline="0">
                <a:ln>
                  <a:noFill/>
                </a:ln>
                <a:solidFill>
                  <a:srgbClr val="000000"/>
                </a:solidFill>
                <a:effectLst/>
                <a:latin typeface="+mn-ea"/>
                <a:cs typeface="ＭＳ 明朝" panose="02020609040205080304" pitchFamily="49" charset="-128"/>
              </a:rPr>
              <a:t>，</a:t>
            </a:r>
            <a:r>
              <a:rPr kumimoji="0" lang="ja-JP" altLang="ja-JP" sz="4400" b="0" i="0" u="none" strike="noStrike" cap="none" normalizeH="0" baseline="0">
                <a:ln>
                  <a:noFill/>
                </a:ln>
                <a:solidFill>
                  <a:srgbClr val="000000"/>
                </a:solidFill>
                <a:effectLst/>
                <a:latin typeface="+mn-ea"/>
                <a:cs typeface="ＭＳ 明朝" panose="02020609040205080304" pitchFamily="49" charset="-128"/>
              </a:rPr>
              <a:t>46.7mL/min </a:t>
            </a:r>
            <a:endParaRPr kumimoji="0" lang="en-US" altLang="ja-JP" sz="4400" b="0" i="0" u="none" strike="noStrike" cap="none" normalizeH="0" baseline="0" dirty="0">
              <a:ln>
                <a:noFill/>
              </a:ln>
              <a:solidFill>
                <a:srgbClr val="000000"/>
              </a:solidFill>
              <a:effectLst/>
              <a:latin typeface="+mn-ea"/>
              <a:cs typeface="ＭＳ 明朝" panose="02020609040205080304" pitchFamily="49" charset="-128"/>
            </a:endParaRPr>
          </a:p>
          <a:p>
            <a:pPr marL="0" marR="0" lvl="0" indent="0" algn="l" defTabSz="914400" rtl="0" eaLnBrk="0" fontAlgn="base" latinLnBrk="0" hangingPunct="0">
              <a:lnSpc>
                <a:spcPct val="100000"/>
              </a:lnSpc>
              <a:spcBef>
                <a:spcPct val="0"/>
              </a:spcBef>
              <a:spcAft>
                <a:spcPct val="0"/>
              </a:spcAft>
              <a:buClrTx/>
              <a:buSzTx/>
              <a:buFontTx/>
              <a:buNone/>
              <a:tabLst>
                <a:tab pos="2428875" algn="ctr"/>
                <a:tab pos="4106863" algn="ctr"/>
              </a:tabLst>
            </a:pPr>
            <a:r>
              <a:rPr kumimoji="0" lang="ja-JP" altLang="ja-JP" sz="4000" b="0" i="0" u="none" strike="noStrike" cap="none" normalizeH="0" baseline="0">
                <a:ln>
                  <a:noFill/>
                </a:ln>
                <a:solidFill>
                  <a:srgbClr val="000000"/>
                </a:solidFill>
                <a:effectLst/>
                <a:latin typeface="+mn-ea"/>
                <a:cs typeface="ＭＳ 明朝" panose="02020609040205080304" pitchFamily="49" charset="-128"/>
              </a:rPr>
              <a:t>水量（</a:t>
            </a:r>
            <a:r>
              <a:rPr kumimoji="0" lang="ja-JP" altLang="ja-JP" sz="4400" b="0" i="0" u="none" strike="noStrike" cap="none" normalizeH="0" baseline="0">
                <a:ln>
                  <a:noFill/>
                </a:ln>
                <a:solidFill>
                  <a:srgbClr val="000000"/>
                </a:solidFill>
                <a:effectLst/>
                <a:latin typeface="+mn-ea"/>
                <a:cs typeface="ＭＳ 明朝" panose="02020609040205080304" pitchFamily="49" charset="-128"/>
              </a:rPr>
              <a:t>Water volume</a:t>
            </a:r>
            <a:r>
              <a:rPr kumimoji="0" lang="ja-JP" altLang="ja-JP" sz="4000" b="0" i="0" u="none" strike="noStrike" cap="none" normalizeH="0" baseline="0">
                <a:ln>
                  <a:noFill/>
                </a:ln>
                <a:solidFill>
                  <a:srgbClr val="000000"/>
                </a:solidFill>
                <a:effectLst/>
                <a:latin typeface="+mn-ea"/>
                <a:cs typeface="ＭＳ 明朝" panose="02020609040205080304" pitchFamily="49" charset="-128"/>
              </a:rPr>
              <a:t>）</a:t>
            </a:r>
            <a:r>
              <a:rPr kumimoji="0" lang="en-US" altLang="ja-JP" sz="4000" b="0" i="0" u="none" strike="noStrike" cap="none" normalizeH="0" baseline="0" dirty="0">
                <a:ln>
                  <a:noFill/>
                </a:ln>
                <a:solidFill>
                  <a:srgbClr val="000000"/>
                </a:solidFill>
                <a:effectLst/>
                <a:latin typeface="+mn-ea"/>
                <a:cs typeface="ＭＳ 明朝" panose="02020609040205080304" pitchFamily="49" charset="-128"/>
              </a:rPr>
              <a:t>	</a:t>
            </a:r>
            <a:r>
              <a:rPr kumimoji="0" lang="ja-JP" altLang="ja-JP" sz="4400" b="0" i="0" u="none" strike="noStrike" cap="none" normalizeH="0" baseline="0">
                <a:ln>
                  <a:noFill/>
                </a:ln>
                <a:solidFill>
                  <a:srgbClr val="000000"/>
                </a:solidFill>
                <a:effectLst/>
                <a:latin typeface="+mn-ea"/>
                <a:cs typeface="ＭＳ 明朝" panose="02020609040205080304" pitchFamily="49" charset="-128"/>
              </a:rPr>
              <a:t>50</a:t>
            </a:r>
            <a:r>
              <a:rPr kumimoji="0" lang="ja-JP" altLang="ja-JP" sz="4000" b="0" i="0" u="none" strike="noStrike" cap="none" normalizeH="0" baseline="0">
                <a:ln>
                  <a:noFill/>
                </a:ln>
                <a:solidFill>
                  <a:srgbClr val="000000"/>
                </a:solidFill>
                <a:effectLst/>
                <a:latin typeface="+mn-ea"/>
                <a:cs typeface="ＭＳ 明朝" panose="02020609040205080304" pitchFamily="49" charset="-128"/>
              </a:rPr>
              <a:t>，</a:t>
            </a:r>
            <a:r>
              <a:rPr kumimoji="0" lang="ja-JP" altLang="ja-JP" sz="4400" b="0" i="0" u="none" strike="noStrike" cap="none" normalizeH="0" baseline="0">
                <a:ln>
                  <a:noFill/>
                </a:ln>
                <a:solidFill>
                  <a:srgbClr val="000000"/>
                </a:solidFill>
                <a:effectLst/>
                <a:latin typeface="+mn-ea"/>
                <a:cs typeface="ＭＳ 明朝" panose="02020609040205080304" pitchFamily="49" charset="-128"/>
              </a:rPr>
              <a:t>100mL</a:t>
            </a:r>
            <a:endParaRPr kumimoji="0" lang="ja-JP" altLang="ja-JP" sz="9600" b="0" i="0" u="none" strike="noStrike" cap="none" normalizeH="0" baseline="0">
              <a:ln>
                <a:noFill/>
              </a:ln>
              <a:solidFill>
                <a:schemeClr val="tx1"/>
              </a:solidFill>
              <a:effectLst/>
              <a:latin typeface="+mn-ea"/>
            </a:endParaRPr>
          </a:p>
          <a:p>
            <a:pPr marL="0" marR="0" lvl="0" indent="0" algn="l" defTabSz="914400" rtl="0" eaLnBrk="0" fontAlgn="base" latinLnBrk="0" hangingPunct="0">
              <a:lnSpc>
                <a:spcPct val="100000"/>
              </a:lnSpc>
              <a:spcBef>
                <a:spcPct val="0"/>
              </a:spcBef>
              <a:spcAft>
                <a:spcPct val="0"/>
              </a:spcAft>
              <a:buClrTx/>
              <a:buSzTx/>
              <a:buFontTx/>
              <a:buNone/>
              <a:tabLst>
                <a:tab pos="2428875" algn="ctr"/>
                <a:tab pos="4106863" algn="ctr"/>
              </a:tabLst>
            </a:pPr>
            <a:endParaRPr kumimoji="0" lang="ja-JP" altLang="ja-JP" sz="1800" b="0" i="0" u="none" strike="noStrike" cap="none" normalizeH="0" baseline="0">
              <a:ln>
                <a:noFill/>
              </a:ln>
              <a:solidFill>
                <a:schemeClr val="tx1"/>
              </a:solidFill>
              <a:effectLst/>
              <a:latin typeface="Arial" panose="020B0604020202020204" pitchFamily="34" charset="0"/>
            </a:endParaRPr>
          </a:p>
        </p:txBody>
      </p:sp>
      <p:sp>
        <p:nvSpPr>
          <p:cNvPr id="12" name="角丸四角形 11">
            <a:extLst>
              <a:ext uri="{FF2B5EF4-FFF2-40B4-BE49-F238E27FC236}">
                <a16:creationId xmlns:a16="http://schemas.microsoft.com/office/drawing/2014/main" id="{65F473E1-33C4-3C96-B733-11EB1A7A71F2}"/>
              </a:ext>
            </a:extLst>
          </p:cNvPr>
          <p:cNvSpPr/>
          <p:nvPr/>
        </p:nvSpPr>
        <p:spPr>
          <a:xfrm>
            <a:off x="373218" y="28144989"/>
            <a:ext cx="14545616" cy="6139973"/>
          </a:xfrm>
          <a:prstGeom prst="roundRect">
            <a:avLst>
              <a:gd name="adj" fmla="val 5431"/>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Arial Unicode MS" pitchFamily="50" charset="-128"/>
            </a:endParaRPr>
          </a:p>
        </p:txBody>
      </p:sp>
      <p:sp>
        <p:nvSpPr>
          <p:cNvPr id="18" name="テキスト ボックス 5">
            <a:extLst>
              <a:ext uri="{FF2B5EF4-FFF2-40B4-BE49-F238E27FC236}">
                <a16:creationId xmlns:a16="http://schemas.microsoft.com/office/drawing/2014/main" id="{DAB94B74-3F4F-F4C4-4E9D-626DFC2621D1}"/>
              </a:ext>
            </a:extLst>
          </p:cNvPr>
          <p:cNvSpPr txBox="1">
            <a:spLocks noChangeArrowheads="1"/>
          </p:cNvSpPr>
          <p:nvPr/>
        </p:nvSpPr>
        <p:spPr bwMode="auto">
          <a:xfrm>
            <a:off x="674278" y="27596950"/>
            <a:ext cx="13943493" cy="830997"/>
          </a:xfrm>
          <a:prstGeom prst="rect">
            <a:avLst/>
          </a:prstGeom>
          <a:solidFill>
            <a:schemeClr val="tx1"/>
          </a:solidFill>
          <a:ln>
            <a:noFill/>
          </a:ln>
        </p:spPr>
        <p:txBody>
          <a:bodyPr wrap="square">
            <a:spAutoFit/>
          </a:bodyPr>
          <a:lstStyle>
            <a:defPPr>
              <a:defRPr lang="ja-JP"/>
            </a:defPPr>
            <a:lvl1pPr algn="ctr">
              <a:defRPr sz="4400">
                <a:latin typeface="Arial Unicode MS" pitchFamily="50" charset="-128"/>
                <a:ea typeface="Arial Unicode MS" pitchFamily="50" charset="-128"/>
                <a:cs typeface="Arial Unicode MS" pitchFamily="50" charset="-128"/>
              </a:defRPr>
            </a:lvl1pPr>
          </a:lstStyle>
          <a:p>
            <a:r>
              <a:rPr lang="ja-JP" altLang="en-US" sz="4800" b="1">
                <a:solidFill>
                  <a:schemeClr val="bg1"/>
                </a:solidFill>
                <a:latin typeface="+mj-ea"/>
                <a:ea typeface="+mj-ea"/>
              </a:rPr>
              <a:t>目的変数ごとの変動係数（</a:t>
            </a:r>
            <a:r>
              <a:rPr lang="en" altLang="ja-JP" sz="4800" b="1" dirty="0">
                <a:solidFill>
                  <a:schemeClr val="bg1"/>
                </a:solidFill>
                <a:latin typeface="+mj-ea"/>
                <a:ea typeface="+mj-ea"/>
              </a:rPr>
              <a:t>CV</a:t>
            </a:r>
            <a:r>
              <a:rPr lang="ja-JP" altLang="en" sz="4800" b="1">
                <a:solidFill>
                  <a:schemeClr val="bg1"/>
                </a:solidFill>
                <a:latin typeface="+mj-ea"/>
                <a:ea typeface="+mj-ea"/>
              </a:rPr>
              <a:t>）</a:t>
            </a:r>
            <a:r>
              <a:rPr lang="ja-JP" altLang="en-US" sz="4800" b="1">
                <a:solidFill>
                  <a:schemeClr val="bg1"/>
                </a:solidFill>
                <a:latin typeface="+mj-ea"/>
                <a:ea typeface="+mj-ea"/>
              </a:rPr>
              <a:t>と郡内標準偏差 </a:t>
            </a:r>
            <a:endParaRPr lang="ja-JP" altLang="en-US" sz="4800" b="1" dirty="0">
              <a:solidFill>
                <a:schemeClr val="bg1"/>
              </a:solidFill>
              <a:latin typeface="+mj-ea"/>
              <a:ea typeface="+mj-ea"/>
            </a:endParaRPr>
          </a:p>
        </p:txBody>
      </p:sp>
      <p:graphicFrame>
        <p:nvGraphicFramePr>
          <p:cNvPr id="25" name="表 24">
            <a:extLst>
              <a:ext uri="{FF2B5EF4-FFF2-40B4-BE49-F238E27FC236}">
                <a16:creationId xmlns:a16="http://schemas.microsoft.com/office/drawing/2014/main" id="{BC11407C-4B57-8B2F-DB9C-4631DDA1B81F}"/>
              </a:ext>
            </a:extLst>
          </p:cNvPr>
          <p:cNvGraphicFramePr>
            <a:graphicFrameLocks noGrp="1"/>
          </p:cNvGraphicFramePr>
          <p:nvPr>
            <p:extLst>
              <p:ext uri="{D42A27DB-BD31-4B8C-83A1-F6EECF244321}">
                <p14:modId xmlns:p14="http://schemas.microsoft.com/office/powerpoint/2010/main" val="2202677966"/>
              </p:ext>
            </p:extLst>
          </p:nvPr>
        </p:nvGraphicFramePr>
        <p:xfrm>
          <a:off x="643297" y="28727382"/>
          <a:ext cx="13866243" cy="4627774"/>
        </p:xfrm>
        <a:graphic>
          <a:graphicData uri="http://schemas.openxmlformats.org/drawingml/2006/table">
            <a:tbl>
              <a:tblPr firstRow="1" bandRow="1">
                <a:tableStyleId>{7DF18680-E054-41AD-8BC1-D1AEF772440D}</a:tableStyleId>
              </a:tblPr>
              <a:tblGrid>
                <a:gridCol w="7943962">
                  <a:extLst>
                    <a:ext uri="{9D8B030D-6E8A-4147-A177-3AD203B41FA5}">
                      <a16:colId xmlns:a16="http://schemas.microsoft.com/office/drawing/2014/main" val="3437423234"/>
                    </a:ext>
                  </a:extLst>
                </a:gridCol>
                <a:gridCol w="2330576">
                  <a:extLst>
                    <a:ext uri="{9D8B030D-6E8A-4147-A177-3AD203B41FA5}">
                      <a16:colId xmlns:a16="http://schemas.microsoft.com/office/drawing/2014/main" val="2686205993"/>
                    </a:ext>
                  </a:extLst>
                </a:gridCol>
                <a:gridCol w="3591705">
                  <a:extLst>
                    <a:ext uri="{9D8B030D-6E8A-4147-A177-3AD203B41FA5}">
                      <a16:colId xmlns:a16="http://schemas.microsoft.com/office/drawing/2014/main" val="1386351152"/>
                    </a:ext>
                  </a:extLst>
                </a:gridCol>
              </a:tblGrid>
              <a:tr h="934181">
                <a:tc>
                  <a:txBody>
                    <a:bodyPr/>
                    <a:lstStyle/>
                    <a:p>
                      <a:pPr algn="ctr" fontAlgn="ctr">
                        <a:buNone/>
                      </a:pPr>
                      <a:r>
                        <a:rPr lang="ja-JP" sz="3600" b="1" u="none" strike="noStrike">
                          <a:solidFill>
                            <a:schemeClr val="bg1"/>
                          </a:solidFill>
                          <a:effectLst/>
                          <a:latin typeface="+mn-ea"/>
                          <a:ea typeface="+mn-ea"/>
                        </a:rPr>
                        <a:t>Target</a:t>
                      </a:r>
                      <a:endParaRPr lang="ja-JP" sz="3600" b="1" i="0" u="none" strike="noStrike">
                        <a:solidFill>
                          <a:schemeClr val="bg1"/>
                        </a:solidFill>
                        <a:effectLst/>
                        <a:latin typeface="+mn-ea"/>
                        <a:ea typeface="+mn-ea"/>
                        <a:cs typeface="Times New Roman" panose="02020603050405020304" pitchFamily="18" charset="0"/>
                      </a:endParaRPr>
                    </a:p>
                  </a:txBody>
                  <a:tcPr marL="9525" marR="9525" marT="9525" marB="0" anchor="ctr">
                    <a:solidFill>
                      <a:srgbClr val="0070C0"/>
                    </a:solidFill>
                  </a:tcPr>
                </a:tc>
                <a:tc>
                  <a:txBody>
                    <a:bodyPr/>
                    <a:lstStyle/>
                    <a:p>
                      <a:pPr algn="ctr" fontAlgn="ctr">
                        <a:buNone/>
                      </a:pPr>
                      <a:r>
                        <a:rPr lang="ja-JP" sz="3600" b="1" u="none" strike="noStrike">
                          <a:solidFill>
                            <a:schemeClr val="bg1"/>
                          </a:solidFill>
                          <a:effectLst/>
                          <a:latin typeface="+mn-ea"/>
                          <a:ea typeface="+mn-ea"/>
                        </a:rPr>
                        <a:t>CV</a:t>
                      </a:r>
                      <a:endParaRPr lang="ja-JP" sz="3600" b="1" i="0" u="none" strike="noStrike">
                        <a:solidFill>
                          <a:schemeClr val="bg1"/>
                        </a:solidFill>
                        <a:effectLst/>
                        <a:latin typeface="+mn-ea"/>
                        <a:ea typeface="+mn-ea"/>
                        <a:cs typeface="Times New Roman" panose="02020603050405020304" pitchFamily="18" charset="0"/>
                      </a:endParaRPr>
                    </a:p>
                  </a:txBody>
                  <a:tcPr marL="9525" marR="9525" marT="9525" marB="0" anchor="ctr">
                    <a:solidFill>
                      <a:srgbClr val="0070C0"/>
                    </a:solidFill>
                  </a:tcPr>
                </a:tc>
                <a:tc>
                  <a:txBody>
                    <a:bodyPr/>
                    <a:lstStyle/>
                    <a:p>
                      <a:pPr algn="ctr" fontAlgn="ctr">
                        <a:lnSpc>
                          <a:spcPts val="4000"/>
                        </a:lnSpc>
                        <a:buNone/>
                      </a:pPr>
                      <a:r>
                        <a:rPr lang="en" altLang="ja-JP" sz="3600" b="1" u="none" strike="noStrike" dirty="0">
                          <a:solidFill>
                            <a:schemeClr val="bg1"/>
                          </a:solidFill>
                          <a:effectLst/>
                          <a:latin typeface="+mn-ea"/>
                          <a:ea typeface="+mn-ea"/>
                        </a:rPr>
                        <a:t>Within-Group Variance</a:t>
                      </a:r>
                      <a:endParaRPr lang="ja-JP" sz="3600" b="1" i="0" u="none" strike="noStrike">
                        <a:solidFill>
                          <a:schemeClr val="bg1"/>
                        </a:solidFill>
                        <a:effectLst/>
                        <a:latin typeface="+mn-ea"/>
                        <a:ea typeface="+mn-ea"/>
                        <a:cs typeface="Times New Roman" panose="02020603050405020304" pitchFamily="18" charset="0"/>
                      </a:endParaRPr>
                    </a:p>
                  </a:txBody>
                  <a:tcPr marL="9525" marR="9525" marT="9525" marB="0" anchor="ctr">
                    <a:solidFill>
                      <a:srgbClr val="0070C0"/>
                    </a:solidFill>
                  </a:tcPr>
                </a:tc>
                <a:extLst>
                  <a:ext uri="{0D108BD9-81ED-4DB2-BD59-A6C34878D82A}">
                    <a16:rowId xmlns:a16="http://schemas.microsoft.com/office/drawing/2014/main" val="4144995125"/>
                  </a:ext>
                </a:extLst>
              </a:tr>
              <a:tr h="559141">
                <a:tc>
                  <a:txBody>
                    <a:bodyPr/>
                    <a:lstStyle/>
                    <a:p>
                      <a:pPr algn="ctr" fontAlgn="ctr">
                        <a:buNone/>
                      </a:pPr>
                      <a:r>
                        <a:rPr lang="ja-JP" sz="3600" b="0" u="none" strike="noStrike">
                          <a:solidFill>
                            <a:srgbClr val="000000"/>
                          </a:solidFill>
                          <a:effectLst/>
                          <a:latin typeface="+mn-ea"/>
                          <a:ea typeface="+mn-ea"/>
                        </a:rPr>
                        <a:t>Mean size[nm]</a:t>
                      </a:r>
                      <a:endParaRPr lang="ja-JP" sz="3600" b="0" i="0" u="none" strike="noStrike">
                        <a:solidFill>
                          <a:srgbClr val="000000"/>
                        </a:solidFill>
                        <a:effectLst/>
                        <a:latin typeface="+mn-ea"/>
                        <a:ea typeface="+mn-ea"/>
                        <a:cs typeface="Times New Roman" panose="02020603050405020304" pitchFamily="18" charset="0"/>
                      </a:endParaRPr>
                    </a:p>
                  </a:txBody>
                  <a:tcPr marL="9525" marR="9525" marT="9525" marB="0" anchor="ctr"/>
                </a:tc>
                <a:tc>
                  <a:txBody>
                    <a:bodyPr/>
                    <a:lstStyle/>
                    <a:p>
                      <a:pPr algn="ctr" fontAlgn="ctr">
                        <a:buNone/>
                      </a:pPr>
                      <a:r>
                        <a:rPr lang="ja-JP" sz="3600" b="0" u="none" strike="noStrike">
                          <a:solidFill>
                            <a:srgbClr val="000000"/>
                          </a:solidFill>
                          <a:effectLst/>
                          <a:latin typeface="+mn-ea"/>
                          <a:ea typeface="+mn-ea"/>
                        </a:rPr>
                        <a:t>0.2161</a:t>
                      </a:r>
                      <a:endParaRPr lang="ja-JP" sz="3600" b="0" i="0" u="none" strike="noStrike">
                        <a:solidFill>
                          <a:srgbClr val="000000"/>
                        </a:solidFill>
                        <a:effectLst/>
                        <a:latin typeface="+mn-ea"/>
                        <a:ea typeface="+mn-ea"/>
                        <a:cs typeface="Times New Roman" panose="02020603050405020304" pitchFamily="18" charset="0"/>
                      </a:endParaRPr>
                    </a:p>
                  </a:txBody>
                  <a:tcPr marL="9525" marR="9525" marT="9525" marB="0" anchor="ctr"/>
                </a:tc>
                <a:tc>
                  <a:txBody>
                    <a:bodyPr/>
                    <a:lstStyle/>
                    <a:p>
                      <a:pPr algn="ctr" fontAlgn="ctr">
                        <a:buNone/>
                      </a:pPr>
                      <a:r>
                        <a:rPr lang="ja-JP" sz="3600" b="0" u="none" strike="noStrike">
                          <a:solidFill>
                            <a:srgbClr val="000000"/>
                          </a:solidFill>
                          <a:effectLst/>
                          <a:latin typeface="+mn-ea"/>
                          <a:ea typeface="+mn-ea"/>
                        </a:rPr>
                        <a:t>0.4495</a:t>
                      </a:r>
                      <a:endParaRPr lang="ja-JP" sz="3600" b="0" i="0" u="none" strike="noStrike">
                        <a:solidFill>
                          <a:srgbClr val="000000"/>
                        </a:solidFill>
                        <a:effectLst/>
                        <a:latin typeface="+mn-ea"/>
                        <a:ea typeface="+mn-ea"/>
                        <a:cs typeface="Times New Roman" panose="02020603050405020304" pitchFamily="18" charset="0"/>
                      </a:endParaRPr>
                    </a:p>
                  </a:txBody>
                  <a:tcPr marL="9525" marR="9525" marT="9525" marB="0" anchor="ctr"/>
                </a:tc>
                <a:extLst>
                  <a:ext uri="{0D108BD9-81ED-4DB2-BD59-A6C34878D82A}">
                    <a16:rowId xmlns:a16="http://schemas.microsoft.com/office/drawing/2014/main" val="83601867"/>
                  </a:ext>
                </a:extLst>
              </a:tr>
              <a:tr h="559141">
                <a:tc>
                  <a:txBody>
                    <a:bodyPr/>
                    <a:lstStyle/>
                    <a:p>
                      <a:pPr algn="ctr" fontAlgn="ctr">
                        <a:buNone/>
                      </a:pPr>
                      <a:r>
                        <a:rPr lang="ja-JP" sz="3600" b="0" u="none" strike="noStrike">
                          <a:solidFill>
                            <a:srgbClr val="000000"/>
                          </a:solidFill>
                          <a:effectLst/>
                          <a:latin typeface="+mn-ea"/>
                          <a:ea typeface="+mn-ea"/>
                        </a:rPr>
                        <a:t>Mode size[nm]</a:t>
                      </a:r>
                      <a:endParaRPr lang="ja-JP" sz="3600" b="0" i="0" u="none" strike="noStrike">
                        <a:solidFill>
                          <a:srgbClr val="000000"/>
                        </a:solidFill>
                        <a:effectLst/>
                        <a:latin typeface="+mn-ea"/>
                        <a:ea typeface="+mn-ea"/>
                        <a:cs typeface="Times New Roman" panose="02020603050405020304" pitchFamily="18" charset="0"/>
                      </a:endParaRPr>
                    </a:p>
                  </a:txBody>
                  <a:tcPr marL="9525" marR="9525" marT="9525" marB="0" anchor="ctr"/>
                </a:tc>
                <a:tc>
                  <a:txBody>
                    <a:bodyPr/>
                    <a:lstStyle/>
                    <a:p>
                      <a:pPr algn="ctr" fontAlgn="ctr">
                        <a:buNone/>
                      </a:pPr>
                      <a:r>
                        <a:rPr lang="ja-JP" sz="3600" b="0" u="none" strike="noStrike">
                          <a:solidFill>
                            <a:srgbClr val="FF0000"/>
                          </a:solidFill>
                          <a:effectLst/>
                          <a:latin typeface="+mn-ea"/>
                          <a:ea typeface="+mn-ea"/>
                        </a:rPr>
                        <a:t>0.2282</a:t>
                      </a:r>
                      <a:endParaRPr lang="ja-JP" sz="3600" b="0" i="0" u="none" strike="noStrike">
                        <a:solidFill>
                          <a:srgbClr val="FF0000"/>
                        </a:solidFill>
                        <a:effectLst/>
                        <a:latin typeface="+mn-ea"/>
                        <a:ea typeface="+mn-ea"/>
                        <a:cs typeface="Times New Roman" panose="02020603050405020304" pitchFamily="18" charset="0"/>
                      </a:endParaRPr>
                    </a:p>
                  </a:txBody>
                  <a:tcPr marL="9525" marR="9525" marT="9525" marB="0" anchor="ctr"/>
                </a:tc>
                <a:tc>
                  <a:txBody>
                    <a:bodyPr/>
                    <a:lstStyle/>
                    <a:p>
                      <a:pPr algn="ctr" fontAlgn="ctr">
                        <a:buNone/>
                      </a:pPr>
                      <a:r>
                        <a:rPr lang="ja-JP" sz="3600" b="0" u="none" strike="noStrike">
                          <a:solidFill>
                            <a:srgbClr val="000000"/>
                          </a:solidFill>
                          <a:effectLst/>
                          <a:latin typeface="+mn-ea"/>
                          <a:ea typeface="+mn-ea"/>
                        </a:rPr>
                        <a:t>0.4578</a:t>
                      </a:r>
                      <a:endParaRPr lang="ja-JP" sz="3600" b="0" i="0" u="none" strike="noStrike">
                        <a:solidFill>
                          <a:srgbClr val="000000"/>
                        </a:solidFill>
                        <a:effectLst/>
                        <a:latin typeface="+mn-ea"/>
                        <a:ea typeface="+mn-ea"/>
                        <a:cs typeface="Times New Roman" panose="02020603050405020304" pitchFamily="18" charset="0"/>
                      </a:endParaRPr>
                    </a:p>
                  </a:txBody>
                  <a:tcPr marL="9525" marR="9525" marT="9525" marB="0" anchor="ctr"/>
                </a:tc>
                <a:extLst>
                  <a:ext uri="{0D108BD9-81ED-4DB2-BD59-A6C34878D82A}">
                    <a16:rowId xmlns:a16="http://schemas.microsoft.com/office/drawing/2014/main" val="725084222"/>
                  </a:ext>
                </a:extLst>
              </a:tr>
              <a:tr h="796384">
                <a:tc>
                  <a:txBody>
                    <a:bodyPr/>
                    <a:lstStyle/>
                    <a:p>
                      <a:pPr algn="ctr" fontAlgn="ctr">
                        <a:buNone/>
                      </a:pPr>
                      <a:r>
                        <a:rPr lang="ja-JP" sz="3600" b="0" u="none" strike="noStrike">
                          <a:solidFill>
                            <a:srgbClr val="FF0000"/>
                          </a:solidFill>
                          <a:effectLst/>
                          <a:latin typeface="+mn-ea"/>
                          <a:ea typeface="+mn-ea"/>
                        </a:rPr>
                        <a:t>UFB concentration</a:t>
                      </a:r>
                      <a:r>
                        <a:rPr lang="en-US" altLang="ja-JP" sz="3600" b="0" u="none" strike="noStrike" dirty="0">
                          <a:solidFill>
                            <a:srgbClr val="FF0000"/>
                          </a:solidFill>
                          <a:effectLst/>
                          <a:latin typeface="+mn-ea"/>
                          <a:ea typeface="+mn-ea"/>
                        </a:rPr>
                        <a:t> </a:t>
                      </a:r>
                      <a:r>
                        <a:rPr lang="ja-JP" sz="3600" b="0" u="none" strike="noStrike">
                          <a:solidFill>
                            <a:srgbClr val="FF0000"/>
                          </a:solidFill>
                          <a:effectLst/>
                          <a:latin typeface="+mn-ea"/>
                          <a:ea typeface="+mn-ea"/>
                        </a:rPr>
                        <a:t>[</a:t>
                      </a:r>
                      <a:r>
                        <a:rPr lang="en" altLang="ja-JP" sz="3600" b="0" u="none" strike="noStrike" dirty="0">
                          <a:solidFill>
                            <a:srgbClr val="FF0000"/>
                          </a:solidFill>
                          <a:effectLst/>
                          <a:latin typeface="+mn-ea"/>
                          <a:ea typeface="+mn-ea"/>
                        </a:rPr>
                        <a:t>×10</a:t>
                      </a:r>
                      <a:r>
                        <a:rPr lang="en" altLang="ja-JP" sz="3600" b="0" u="none" strike="noStrike" baseline="30000" dirty="0">
                          <a:solidFill>
                            <a:srgbClr val="FF0000"/>
                          </a:solidFill>
                          <a:effectLst/>
                          <a:latin typeface="+mn-ea"/>
                          <a:ea typeface="+mn-ea"/>
                        </a:rPr>
                        <a:t>7</a:t>
                      </a:r>
                      <a:r>
                        <a:rPr lang="en" altLang="ja-JP" sz="3600" b="0" u="none" strike="noStrike" dirty="0">
                          <a:solidFill>
                            <a:srgbClr val="FF0000"/>
                          </a:solidFill>
                          <a:effectLst/>
                          <a:latin typeface="+mn-ea"/>
                          <a:ea typeface="+mn-ea"/>
                        </a:rPr>
                        <a:t> particles/ml</a:t>
                      </a:r>
                      <a:r>
                        <a:rPr lang="ja-JP" sz="3600" b="0" u="none" strike="noStrike">
                          <a:solidFill>
                            <a:srgbClr val="FF0000"/>
                          </a:solidFill>
                          <a:effectLst/>
                          <a:latin typeface="+mn-ea"/>
                          <a:ea typeface="+mn-ea"/>
                        </a:rPr>
                        <a:t>]</a:t>
                      </a:r>
                      <a:endParaRPr lang="ja-JP" sz="3600" b="0" i="0" u="none" strike="noStrike">
                        <a:solidFill>
                          <a:srgbClr val="FF0000"/>
                        </a:solidFill>
                        <a:effectLst/>
                        <a:latin typeface="+mn-ea"/>
                        <a:ea typeface="+mn-ea"/>
                        <a:cs typeface="Times New Roman" panose="02020603050405020304" pitchFamily="18" charset="0"/>
                      </a:endParaRPr>
                    </a:p>
                  </a:txBody>
                  <a:tcPr marL="9525" marR="9525" marT="9525" marB="0" anchor="ctr"/>
                </a:tc>
                <a:tc>
                  <a:txBody>
                    <a:bodyPr/>
                    <a:lstStyle/>
                    <a:p>
                      <a:pPr algn="ctr" fontAlgn="ctr">
                        <a:buNone/>
                      </a:pPr>
                      <a:r>
                        <a:rPr lang="ja-JP" sz="3600" b="0" u="none" strike="noStrike">
                          <a:solidFill>
                            <a:srgbClr val="FF0000"/>
                          </a:solidFill>
                          <a:effectLst/>
                          <a:latin typeface="+mn-ea"/>
                          <a:ea typeface="+mn-ea"/>
                        </a:rPr>
                        <a:t>0.6363</a:t>
                      </a:r>
                      <a:endParaRPr lang="ja-JP" sz="3600" b="0" i="0" u="none" strike="noStrike">
                        <a:solidFill>
                          <a:srgbClr val="FF0000"/>
                        </a:solidFill>
                        <a:effectLst/>
                        <a:latin typeface="+mn-ea"/>
                        <a:ea typeface="+mn-ea"/>
                        <a:cs typeface="Times New Roman" panose="02020603050405020304" pitchFamily="18" charset="0"/>
                      </a:endParaRPr>
                    </a:p>
                  </a:txBody>
                  <a:tcPr marL="9525" marR="9525" marT="9525" marB="0" anchor="ctr"/>
                </a:tc>
                <a:tc>
                  <a:txBody>
                    <a:bodyPr/>
                    <a:lstStyle/>
                    <a:p>
                      <a:pPr algn="ctr" fontAlgn="ctr">
                        <a:buNone/>
                      </a:pPr>
                      <a:r>
                        <a:rPr lang="ja-JP" sz="3600" b="0" u="none" strike="noStrike">
                          <a:solidFill>
                            <a:srgbClr val="000000"/>
                          </a:solidFill>
                          <a:effectLst/>
                          <a:latin typeface="+mn-ea"/>
                          <a:ea typeface="+mn-ea"/>
                        </a:rPr>
                        <a:t>0.3491</a:t>
                      </a:r>
                      <a:endParaRPr lang="ja-JP" sz="3600" b="0" i="0" u="none" strike="noStrike">
                        <a:solidFill>
                          <a:srgbClr val="000000"/>
                        </a:solidFill>
                        <a:effectLst/>
                        <a:latin typeface="+mn-ea"/>
                        <a:ea typeface="+mn-ea"/>
                        <a:cs typeface="Times New Roman" panose="02020603050405020304" pitchFamily="18" charset="0"/>
                      </a:endParaRPr>
                    </a:p>
                  </a:txBody>
                  <a:tcPr marL="9525" marR="9525" marT="9525" marB="0" anchor="ctr"/>
                </a:tc>
                <a:extLst>
                  <a:ext uri="{0D108BD9-81ED-4DB2-BD59-A6C34878D82A}">
                    <a16:rowId xmlns:a16="http://schemas.microsoft.com/office/drawing/2014/main" val="2479558995"/>
                  </a:ext>
                </a:extLst>
              </a:tr>
              <a:tr h="559141">
                <a:tc>
                  <a:txBody>
                    <a:bodyPr/>
                    <a:lstStyle/>
                    <a:p>
                      <a:pPr algn="ctr" fontAlgn="ctr">
                        <a:buNone/>
                      </a:pPr>
                      <a:r>
                        <a:rPr lang="ja-JP" sz="3600" b="0" u="none" strike="noStrike">
                          <a:solidFill>
                            <a:srgbClr val="FF0000"/>
                          </a:solidFill>
                          <a:effectLst/>
                          <a:latin typeface="+mn-ea"/>
                          <a:ea typeface="+mn-ea"/>
                        </a:rPr>
                        <a:t>MB concentration [particles/mL]</a:t>
                      </a:r>
                      <a:endParaRPr lang="ja-JP" sz="3600" b="0" i="0" u="none" strike="noStrike">
                        <a:solidFill>
                          <a:srgbClr val="FF0000"/>
                        </a:solidFill>
                        <a:effectLst/>
                        <a:latin typeface="+mn-ea"/>
                        <a:ea typeface="+mn-ea"/>
                        <a:cs typeface="Times New Roman" panose="02020603050405020304" pitchFamily="18" charset="0"/>
                      </a:endParaRPr>
                    </a:p>
                  </a:txBody>
                  <a:tcPr marL="9525" marR="9525" marT="9525" marB="0" anchor="ctr"/>
                </a:tc>
                <a:tc>
                  <a:txBody>
                    <a:bodyPr/>
                    <a:lstStyle/>
                    <a:p>
                      <a:pPr algn="ctr" fontAlgn="ctr">
                        <a:buNone/>
                      </a:pPr>
                      <a:r>
                        <a:rPr lang="ja-JP" sz="3600" b="0" u="none" strike="noStrike">
                          <a:solidFill>
                            <a:srgbClr val="FF0000"/>
                          </a:solidFill>
                          <a:effectLst/>
                          <a:latin typeface="+mn-ea"/>
                          <a:ea typeface="+mn-ea"/>
                        </a:rPr>
                        <a:t>0.6875</a:t>
                      </a:r>
                      <a:endParaRPr lang="ja-JP" sz="3600" b="0" i="0" u="none" strike="noStrike">
                        <a:solidFill>
                          <a:srgbClr val="FF0000"/>
                        </a:solidFill>
                        <a:effectLst/>
                        <a:latin typeface="+mn-ea"/>
                        <a:ea typeface="+mn-ea"/>
                        <a:cs typeface="Times New Roman" panose="02020603050405020304" pitchFamily="18" charset="0"/>
                      </a:endParaRPr>
                    </a:p>
                  </a:txBody>
                  <a:tcPr marL="9525" marR="9525" marT="9525" marB="0" anchor="ctr"/>
                </a:tc>
                <a:tc>
                  <a:txBody>
                    <a:bodyPr/>
                    <a:lstStyle/>
                    <a:p>
                      <a:pPr algn="ctr" fontAlgn="ctr">
                        <a:buNone/>
                      </a:pPr>
                      <a:r>
                        <a:rPr lang="ja-JP" sz="3600" b="0" u="none" strike="noStrike">
                          <a:solidFill>
                            <a:srgbClr val="FF0000"/>
                          </a:solidFill>
                          <a:effectLst/>
                          <a:latin typeface="+mn-ea"/>
                          <a:ea typeface="+mn-ea"/>
                        </a:rPr>
                        <a:t>0.166</a:t>
                      </a:r>
                      <a:endParaRPr lang="ja-JP" sz="3600" b="0" i="0" u="none" strike="noStrike">
                        <a:solidFill>
                          <a:srgbClr val="FF0000"/>
                        </a:solidFill>
                        <a:effectLst/>
                        <a:latin typeface="+mn-ea"/>
                        <a:ea typeface="+mn-ea"/>
                        <a:cs typeface="Times New Roman" panose="02020603050405020304" pitchFamily="18" charset="0"/>
                      </a:endParaRPr>
                    </a:p>
                  </a:txBody>
                  <a:tcPr marL="9525" marR="9525" marT="9525" marB="0" anchor="ctr"/>
                </a:tc>
                <a:extLst>
                  <a:ext uri="{0D108BD9-81ED-4DB2-BD59-A6C34878D82A}">
                    <a16:rowId xmlns:a16="http://schemas.microsoft.com/office/drawing/2014/main" val="1517924653"/>
                  </a:ext>
                </a:extLst>
              </a:tr>
              <a:tr h="559141">
                <a:tc>
                  <a:txBody>
                    <a:bodyPr/>
                    <a:lstStyle/>
                    <a:p>
                      <a:pPr algn="ctr" fontAlgn="ctr">
                        <a:buNone/>
                      </a:pPr>
                      <a:r>
                        <a:rPr lang="ja-JP" sz="3600" b="0" u="none" strike="noStrike">
                          <a:solidFill>
                            <a:srgbClr val="000000"/>
                          </a:solidFill>
                          <a:effectLst/>
                          <a:latin typeface="+mn-ea"/>
                          <a:ea typeface="+mn-ea"/>
                        </a:rPr>
                        <a:t>Size (bin) [</a:t>
                      </a:r>
                      <a:r>
                        <a:rPr lang="en" altLang="ja-JP" sz="3600" b="0" u="none" strike="noStrike" dirty="0">
                          <a:solidFill>
                            <a:srgbClr val="000000"/>
                          </a:solidFill>
                          <a:effectLst/>
                          <a:latin typeface="+mn-ea"/>
                          <a:ea typeface="+mn-ea"/>
                        </a:rPr>
                        <a:t>µm</a:t>
                      </a:r>
                      <a:r>
                        <a:rPr lang="ja-JP" sz="3600" b="0" u="none" strike="noStrike">
                          <a:solidFill>
                            <a:srgbClr val="000000"/>
                          </a:solidFill>
                          <a:effectLst/>
                          <a:latin typeface="+mn-ea"/>
                          <a:ea typeface="+mn-ea"/>
                        </a:rPr>
                        <a:t>]</a:t>
                      </a:r>
                      <a:endParaRPr lang="ja-JP" sz="3600" b="0" i="0" u="none" strike="noStrike">
                        <a:solidFill>
                          <a:srgbClr val="000000"/>
                        </a:solidFill>
                        <a:effectLst/>
                        <a:latin typeface="+mn-ea"/>
                        <a:ea typeface="+mn-ea"/>
                        <a:cs typeface="Times New Roman" panose="02020603050405020304" pitchFamily="18" charset="0"/>
                      </a:endParaRPr>
                    </a:p>
                  </a:txBody>
                  <a:tcPr marL="9525" marR="9525" marT="9525" marB="0" anchor="ctr"/>
                </a:tc>
                <a:tc>
                  <a:txBody>
                    <a:bodyPr/>
                    <a:lstStyle/>
                    <a:p>
                      <a:pPr algn="ctr" fontAlgn="ctr">
                        <a:buNone/>
                      </a:pPr>
                      <a:r>
                        <a:rPr lang="ja-JP" sz="3600" b="0" u="none" strike="noStrike">
                          <a:solidFill>
                            <a:srgbClr val="000000"/>
                          </a:solidFill>
                          <a:effectLst/>
                          <a:latin typeface="+mn-ea"/>
                          <a:ea typeface="+mn-ea"/>
                        </a:rPr>
                        <a:t>0.0680</a:t>
                      </a:r>
                      <a:endParaRPr lang="ja-JP" sz="3600" b="0" i="0" u="none" strike="noStrike">
                        <a:solidFill>
                          <a:srgbClr val="000000"/>
                        </a:solidFill>
                        <a:effectLst/>
                        <a:latin typeface="+mn-ea"/>
                        <a:ea typeface="+mn-ea"/>
                        <a:cs typeface="Times New Roman" panose="02020603050405020304" pitchFamily="18" charset="0"/>
                      </a:endParaRPr>
                    </a:p>
                  </a:txBody>
                  <a:tcPr marL="9525" marR="9525" marT="9525" marB="0" anchor="ctr"/>
                </a:tc>
                <a:tc>
                  <a:txBody>
                    <a:bodyPr/>
                    <a:lstStyle/>
                    <a:p>
                      <a:pPr algn="ctr" fontAlgn="ctr">
                        <a:buNone/>
                      </a:pPr>
                      <a:r>
                        <a:rPr lang="ja-JP" sz="3600" b="0" u="none" strike="noStrike">
                          <a:solidFill>
                            <a:srgbClr val="FF0000"/>
                          </a:solidFill>
                          <a:effectLst/>
                          <a:latin typeface="+mn-ea"/>
                          <a:ea typeface="+mn-ea"/>
                        </a:rPr>
                        <a:t>0.2358</a:t>
                      </a:r>
                      <a:endParaRPr lang="ja-JP" sz="3600" b="0" i="0" u="none" strike="noStrike">
                        <a:solidFill>
                          <a:srgbClr val="FF0000"/>
                        </a:solidFill>
                        <a:effectLst/>
                        <a:latin typeface="+mn-ea"/>
                        <a:ea typeface="+mn-ea"/>
                        <a:cs typeface="Times New Roman" panose="02020603050405020304" pitchFamily="18" charset="0"/>
                      </a:endParaRPr>
                    </a:p>
                  </a:txBody>
                  <a:tcPr marL="9525" marR="9525" marT="9525" marB="0" anchor="ctr"/>
                </a:tc>
                <a:extLst>
                  <a:ext uri="{0D108BD9-81ED-4DB2-BD59-A6C34878D82A}">
                    <a16:rowId xmlns:a16="http://schemas.microsoft.com/office/drawing/2014/main" val="2739353929"/>
                  </a:ext>
                </a:extLst>
              </a:tr>
              <a:tr h="559141">
                <a:tc>
                  <a:txBody>
                    <a:bodyPr/>
                    <a:lstStyle/>
                    <a:p>
                      <a:pPr algn="ctr" fontAlgn="ctr">
                        <a:buNone/>
                      </a:pPr>
                      <a:r>
                        <a:rPr lang="ja-JP" sz="3600" b="0" u="none" strike="noStrike">
                          <a:solidFill>
                            <a:srgbClr val="FF0000"/>
                          </a:solidFill>
                          <a:effectLst/>
                          <a:latin typeface="+mn-ea"/>
                          <a:ea typeface="+mn-ea"/>
                        </a:rPr>
                        <a:t>Oxygen content[mg/L]</a:t>
                      </a:r>
                      <a:endParaRPr lang="ja-JP" sz="3600" b="0" i="0" u="none" strike="noStrike">
                        <a:solidFill>
                          <a:srgbClr val="FF0000"/>
                        </a:solidFill>
                        <a:effectLst/>
                        <a:latin typeface="+mn-ea"/>
                        <a:ea typeface="+mn-ea"/>
                        <a:cs typeface="Times New Roman" panose="02020603050405020304" pitchFamily="18" charset="0"/>
                      </a:endParaRPr>
                    </a:p>
                  </a:txBody>
                  <a:tcPr marL="9525" marR="9525" marT="9525" marB="0" anchor="ctr"/>
                </a:tc>
                <a:tc>
                  <a:txBody>
                    <a:bodyPr/>
                    <a:lstStyle/>
                    <a:p>
                      <a:pPr algn="ctr" fontAlgn="ctr">
                        <a:buNone/>
                      </a:pPr>
                      <a:r>
                        <a:rPr lang="ja-JP" sz="3600" b="0" u="none" strike="noStrike">
                          <a:solidFill>
                            <a:srgbClr val="000000"/>
                          </a:solidFill>
                          <a:effectLst/>
                          <a:latin typeface="+mn-ea"/>
                          <a:ea typeface="+mn-ea"/>
                        </a:rPr>
                        <a:t>0.1119</a:t>
                      </a:r>
                      <a:endParaRPr lang="ja-JP" sz="3600" b="0" i="0" u="none" strike="noStrike">
                        <a:solidFill>
                          <a:srgbClr val="000000"/>
                        </a:solidFill>
                        <a:effectLst/>
                        <a:latin typeface="+mn-ea"/>
                        <a:ea typeface="+mn-ea"/>
                        <a:cs typeface="Times New Roman" panose="02020603050405020304" pitchFamily="18" charset="0"/>
                      </a:endParaRPr>
                    </a:p>
                  </a:txBody>
                  <a:tcPr marL="9525" marR="9525" marT="9525" marB="0" anchor="ctr"/>
                </a:tc>
                <a:tc>
                  <a:txBody>
                    <a:bodyPr/>
                    <a:lstStyle/>
                    <a:p>
                      <a:pPr algn="ctr" fontAlgn="ctr">
                        <a:buNone/>
                      </a:pPr>
                      <a:r>
                        <a:rPr lang="ja-JP" sz="3600" b="0" u="none" strike="noStrike">
                          <a:solidFill>
                            <a:srgbClr val="FF0000"/>
                          </a:solidFill>
                          <a:effectLst/>
                          <a:latin typeface="+mn-ea"/>
                          <a:ea typeface="+mn-ea"/>
                        </a:rPr>
                        <a:t>0.2887</a:t>
                      </a:r>
                      <a:endParaRPr lang="ja-JP" sz="3600" b="0" i="0" u="none" strike="noStrike">
                        <a:solidFill>
                          <a:srgbClr val="FF0000"/>
                        </a:solidFill>
                        <a:effectLst/>
                        <a:latin typeface="+mn-ea"/>
                        <a:ea typeface="+mn-ea"/>
                        <a:cs typeface="Times New Roman" panose="02020603050405020304" pitchFamily="18" charset="0"/>
                      </a:endParaRPr>
                    </a:p>
                  </a:txBody>
                  <a:tcPr marL="9525" marR="9525" marT="9525" marB="0" anchor="ctr"/>
                </a:tc>
                <a:extLst>
                  <a:ext uri="{0D108BD9-81ED-4DB2-BD59-A6C34878D82A}">
                    <a16:rowId xmlns:a16="http://schemas.microsoft.com/office/drawing/2014/main" val="2107503918"/>
                  </a:ext>
                </a:extLst>
              </a:tr>
            </a:tbl>
          </a:graphicData>
        </a:graphic>
      </p:graphicFrame>
      <p:sp>
        <p:nvSpPr>
          <p:cNvPr id="26" name="角丸四角形 25">
            <a:extLst>
              <a:ext uri="{FF2B5EF4-FFF2-40B4-BE49-F238E27FC236}">
                <a16:creationId xmlns:a16="http://schemas.microsoft.com/office/drawing/2014/main" id="{E48CC542-E3FF-9FF8-FC3C-29F3F68EBECD}"/>
              </a:ext>
            </a:extLst>
          </p:cNvPr>
          <p:cNvSpPr/>
          <p:nvPr/>
        </p:nvSpPr>
        <p:spPr>
          <a:xfrm>
            <a:off x="373218" y="34984481"/>
            <a:ext cx="14545616" cy="7367731"/>
          </a:xfrm>
          <a:prstGeom prst="roundRect">
            <a:avLst>
              <a:gd name="adj" fmla="val 5431"/>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Arial Unicode MS" pitchFamily="50" charset="-128"/>
            </a:endParaRPr>
          </a:p>
        </p:txBody>
      </p:sp>
      <p:sp>
        <p:nvSpPr>
          <p:cNvPr id="27" name="テキスト ボックス 5">
            <a:extLst>
              <a:ext uri="{FF2B5EF4-FFF2-40B4-BE49-F238E27FC236}">
                <a16:creationId xmlns:a16="http://schemas.microsoft.com/office/drawing/2014/main" id="{0B8F530F-A3F8-62BF-5987-0EAFA436BC6F}"/>
              </a:ext>
            </a:extLst>
          </p:cNvPr>
          <p:cNvSpPr txBox="1">
            <a:spLocks noChangeArrowheads="1"/>
          </p:cNvSpPr>
          <p:nvPr/>
        </p:nvSpPr>
        <p:spPr bwMode="auto">
          <a:xfrm>
            <a:off x="2190599" y="34647356"/>
            <a:ext cx="10910853" cy="830997"/>
          </a:xfrm>
          <a:prstGeom prst="rect">
            <a:avLst/>
          </a:prstGeom>
          <a:solidFill>
            <a:schemeClr val="tx1"/>
          </a:solidFill>
          <a:ln>
            <a:noFill/>
          </a:ln>
        </p:spPr>
        <p:txBody>
          <a:bodyPr wrap="square">
            <a:spAutoFit/>
          </a:bodyPr>
          <a:lstStyle>
            <a:defPPr>
              <a:defRPr lang="ja-JP"/>
            </a:defPPr>
            <a:lvl1pPr algn="ctr">
              <a:defRPr sz="4400">
                <a:latin typeface="Arial Unicode MS" pitchFamily="50" charset="-128"/>
                <a:ea typeface="Arial Unicode MS" pitchFamily="50" charset="-128"/>
                <a:cs typeface="Arial Unicode MS" pitchFamily="50" charset="-128"/>
              </a:defRPr>
            </a:lvl1pPr>
          </a:lstStyle>
          <a:p>
            <a:r>
              <a:rPr lang="ja-JP" altLang="en-US" sz="4800" b="1">
                <a:solidFill>
                  <a:schemeClr val="bg1"/>
                </a:solidFill>
                <a:latin typeface="メイリオ" panose="020B0604030504040204" pitchFamily="50" charset="-128"/>
                <a:ea typeface="メイリオ" panose="020B0604030504040204" pitchFamily="50" charset="-128"/>
              </a:rPr>
              <a:t>説明変数と目的変数の相関係数</a:t>
            </a:r>
          </a:p>
        </p:txBody>
      </p:sp>
      <p:sp>
        <p:nvSpPr>
          <p:cNvPr id="5" name="角丸四角形 4">
            <a:extLst>
              <a:ext uri="{FF2B5EF4-FFF2-40B4-BE49-F238E27FC236}">
                <a16:creationId xmlns:a16="http://schemas.microsoft.com/office/drawing/2014/main" id="{C883AAB2-5316-A2DF-90C2-7A6D0785CCFD}"/>
              </a:ext>
            </a:extLst>
          </p:cNvPr>
          <p:cNvSpPr/>
          <p:nvPr/>
        </p:nvSpPr>
        <p:spPr>
          <a:xfrm>
            <a:off x="15428021" y="4171435"/>
            <a:ext cx="14545616" cy="7778084"/>
          </a:xfrm>
          <a:prstGeom prst="roundRect">
            <a:avLst>
              <a:gd name="adj" fmla="val 5431"/>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Arial Unicode MS" pitchFamily="50" charset="-128"/>
            </a:endParaRPr>
          </a:p>
        </p:txBody>
      </p:sp>
      <p:sp>
        <p:nvSpPr>
          <p:cNvPr id="6" name="テキスト ボックス 5">
            <a:extLst>
              <a:ext uri="{FF2B5EF4-FFF2-40B4-BE49-F238E27FC236}">
                <a16:creationId xmlns:a16="http://schemas.microsoft.com/office/drawing/2014/main" id="{50F895A2-A508-0574-B7F6-244661CA6FEF}"/>
              </a:ext>
            </a:extLst>
          </p:cNvPr>
          <p:cNvSpPr txBox="1">
            <a:spLocks noChangeArrowheads="1"/>
          </p:cNvSpPr>
          <p:nvPr/>
        </p:nvSpPr>
        <p:spPr bwMode="auto">
          <a:xfrm>
            <a:off x="15735933" y="3804463"/>
            <a:ext cx="13782896" cy="830997"/>
          </a:xfrm>
          <a:prstGeom prst="rect">
            <a:avLst/>
          </a:prstGeom>
          <a:solidFill>
            <a:schemeClr val="tx1"/>
          </a:solidFill>
          <a:ln>
            <a:noFill/>
          </a:ln>
        </p:spPr>
        <p:txBody>
          <a:bodyPr wrap="square">
            <a:spAutoFit/>
          </a:bodyPr>
          <a:lstStyle>
            <a:defPPr>
              <a:defRPr lang="ja-JP"/>
            </a:defPPr>
            <a:lvl1pPr algn="ctr">
              <a:defRPr sz="4400">
                <a:latin typeface="Arial Unicode MS" pitchFamily="50" charset="-128"/>
                <a:ea typeface="Arial Unicode MS" pitchFamily="50" charset="-128"/>
                <a:cs typeface="Arial Unicode MS" pitchFamily="50" charset="-128"/>
              </a:defRPr>
            </a:lvl1pPr>
          </a:lstStyle>
          <a:p>
            <a:r>
              <a:rPr lang="en-US" altLang="ja-JP" sz="4800" b="1" dirty="0">
                <a:solidFill>
                  <a:schemeClr val="bg1"/>
                </a:solidFill>
                <a:latin typeface="+mj-ea"/>
                <a:ea typeface="+mj-ea"/>
              </a:rPr>
              <a:t>3 </a:t>
            </a:r>
            <a:r>
              <a:rPr lang="ja-JP" altLang="en-US" sz="4800" b="1">
                <a:solidFill>
                  <a:schemeClr val="bg1"/>
                </a:solidFill>
                <a:latin typeface="+mj-ea"/>
                <a:ea typeface="+mj-ea"/>
              </a:rPr>
              <a:t>種のモデルによる目的変数ごとの </a:t>
            </a:r>
            <a:r>
              <a:rPr lang="en" altLang="ja-JP" sz="4800" b="1" dirty="0">
                <a:solidFill>
                  <a:schemeClr val="bg1"/>
                </a:solidFill>
                <a:latin typeface="+mj-ea"/>
                <a:ea typeface="+mj-ea"/>
              </a:rPr>
              <a:t>Train /</a:t>
            </a:r>
            <a:r>
              <a:rPr lang="ja-JP" altLang="en" sz="4800" b="1">
                <a:solidFill>
                  <a:schemeClr val="bg1"/>
                </a:solidFill>
                <a:latin typeface="+mj-ea"/>
                <a:ea typeface="+mj-ea"/>
              </a:rPr>
              <a:t> </a:t>
            </a:r>
            <a:r>
              <a:rPr lang="en" altLang="ja-JP" sz="4800" b="1" dirty="0">
                <a:solidFill>
                  <a:schemeClr val="bg1"/>
                </a:solidFill>
                <a:latin typeface="+mj-ea"/>
                <a:ea typeface="+mj-ea"/>
              </a:rPr>
              <a:t>Test</a:t>
            </a:r>
          </a:p>
        </p:txBody>
      </p:sp>
      <p:graphicFrame>
        <p:nvGraphicFramePr>
          <p:cNvPr id="29" name="コンテンツ プレースホルダー 4">
            <a:extLst>
              <a:ext uri="{FF2B5EF4-FFF2-40B4-BE49-F238E27FC236}">
                <a16:creationId xmlns:a16="http://schemas.microsoft.com/office/drawing/2014/main" id="{00F099D0-CCAE-FB66-1D27-7F5D686A3495}"/>
              </a:ext>
            </a:extLst>
          </p:cNvPr>
          <p:cNvGraphicFramePr>
            <a:graphicFrameLocks/>
          </p:cNvGraphicFramePr>
          <p:nvPr>
            <p:extLst>
              <p:ext uri="{D42A27DB-BD31-4B8C-83A1-F6EECF244321}">
                <p14:modId xmlns:p14="http://schemas.microsoft.com/office/powerpoint/2010/main" val="1027767893"/>
              </p:ext>
            </p:extLst>
          </p:nvPr>
        </p:nvGraphicFramePr>
        <p:xfrm>
          <a:off x="15544534" y="4970627"/>
          <a:ext cx="14165693" cy="5848459"/>
        </p:xfrm>
        <a:graphic>
          <a:graphicData uri="http://schemas.openxmlformats.org/drawingml/2006/table">
            <a:tbl>
              <a:tblPr firstRow="1" bandRow="1">
                <a:tableStyleId>{7DF18680-E054-41AD-8BC1-D1AEF772440D}</a:tableStyleId>
              </a:tblPr>
              <a:tblGrid>
                <a:gridCol w="2882195">
                  <a:extLst>
                    <a:ext uri="{9D8B030D-6E8A-4147-A177-3AD203B41FA5}">
                      <a16:colId xmlns:a16="http://schemas.microsoft.com/office/drawing/2014/main" val="2194489704"/>
                    </a:ext>
                  </a:extLst>
                </a:gridCol>
                <a:gridCol w="1880583">
                  <a:extLst>
                    <a:ext uri="{9D8B030D-6E8A-4147-A177-3AD203B41FA5}">
                      <a16:colId xmlns:a16="http://schemas.microsoft.com/office/drawing/2014/main" val="1421698089"/>
                    </a:ext>
                  </a:extLst>
                </a:gridCol>
                <a:gridCol w="1880583">
                  <a:extLst>
                    <a:ext uri="{9D8B030D-6E8A-4147-A177-3AD203B41FA5}">
                      <a16:colId xmlns:a16="http://schemas.microsoft.com/office/drawing/2014/main" val="2667904377"/>
                    </a:ext>
                  </a:extLst>
                </a:gridCol>
                <a:gridCol w="1880583">
                  <a:extLst>
                    <a:ext uri="{9D8B030D-6E8A-4147-A177-3AD203B41FA5}">
                      <a16:colId xmlns:a16="http://schemas.microsoft.com/office/drawing/2014/main" val="1329156215"/>
                    </a:ext>
                  </a:extLst>
                </a:gridCol>
                <a:gridCol w="1880583">
                  <a:extLst>
                    <a:ext uri="{9D8B030D-6E8A-4147-A177-3AD203B41FA5}">
                      <a16:colId xmlns:a16="http://schemas.microsoft.com/office/drawing/2014/main" val="2051167904"/>
                    </a:ext>
                  </a:extLst>
                </a:gridCol>
                <a:gridCol w="1880583">
                  <a:extLst>
                    <a:ext uri="{9D8B030D-6E8A-4147-A177-3AD203B41FA5}">
                      <a16:colId xmlns:a16="http://schemas.microsoft.com/office/drawing/2014/main" val="3320363758"/>
                    </a:ext>
                  </a:extLst>
                </a:gridCol>
                <a:gridCol w="1880583">
                  <a:extLst>
                    <a:ext uri="{9D8B030D-6E8A-4147-A177-3AD203B41FA5}">
                      <a16:colId xmlns:a16="http://schemas.microsoft.com/office/drawing/2014/main" val="2210014467"/>
                    </a:ext>
                  </a:extLst>
                </a:gridCol>
              </a:tblGrid>
              <a:tr h="1421239">
                <a:tc rowSpan="2">
                  <a:txBody>
                    <a:bodyPr/>
                    <a:lstStyle/>
                    <a:p>
                      <a:pPr algn="ctr" fontAlgn="ctr">
                        <a:buNone/>
                      </a:pPr>
                      <a:r>
                        <a:rPr lang="ja-JP" sz="3600" b="1" u="none" strike="noStrike">
                          <a:solidFill>
                            <a:schemeClr val="bg1"/>
                          </a:solidFill>
                          <a:effectLst/>
                          <a:latin typeface="+mn-ea"/>
                          <a:ea typeface="+mn-ea"/>
                        </a:rPr>
                        <a:t>Target</a:t>
                      </a:r>
                      <a:endParaRPr lang="ja-JP" sz="3600" b="1" i="0" u="none" strike="noStrike">
                        <a:solidFill>
                          <a:schemeClr val="bg1"/>
                        </a:solidFill>
                        <a:effectLst/>
                        <a:latin typeface="+mn-ea"/>
                        <a:ea typeface="+mn-ea"/>
                        <a:cs typeface="Times New Roman" panose="02020603050405020304" pitchFamily="18" charset="0"/>
                      </a:endParaRPr>
                    </a:p>
                  </a:txBody>
                  <a:tcPr marL="9525" marR="9525" marT="9525" marB="0" anchor="ctr">
                    <a:solidFill>
                      <a:srgbClr val="0070C0"/>
                    </a:solidFill>
                  </a:tcPr>
                </a:tc>
                <a:tc gridSpan="2">
                  <a:txBody>
                    <a:bodyPr/>
                    <a:lstStyle/>
                    <a:p>
                      <a:pPr algn="ctr" fontAlgn="ctr">
                        <a:buNone/>
                      </a:pPr>
                      <a:r>
                        <a:rPr lang="en-US" altLang="ja-JP" sz="3600" b="1" u="none" strike="noStrike" dirty="0">
                          <a:solidFill>
                            <a:schemeClr val="bg1"/>
                          </a:solidFill>
                          <a:effectLst/>
                          <a:latin typeface="+mn-ea"/>
                          <a:ea typeface="+mn-ea"/>
                        </a:rPr>
                        <a:t>MB concentration </a:t>
                      </a:r>
                    </a:p>
                    <a:p>
                      <a:pPr algn="ctr" fontAlgn="ctr">
                        <a:buNone/>
                      </a:pPr>
                      <a:r>
                        <a:rPr lang="en-US" altLang="ja-JP" sz="3600" b="1" u="none" strike="noStrike" dirty="0">
                          <a:solidFill>
                            <a:schemeClr val="bg1"/>
                          </a:solidFill>
                          <a:effectLst/>
                          <a:latin typeface="+mn-ea"/>
                          <a:ea typeface="+mn-ea"/>
                        </a:rPr>
                        <a:t>[particles/mL]</a:t>
                      </a:r>
                      <a:endParaRPr lang="en-US" altLang="ja-JP" sz="3600" b="1" i="0" u="none" strike="noStrike" dirty="0">
                        <a:solidFill>
                          <a:schemeClr val="bg1"/>
                        </a:solidFill>
                        <a:effectLst/>
                        <a:latin typeface="+mn-ea"/>
                        <a:ea typeface="+mn-ea"/>
                        <a:cs typeface="Times New Roman" panose="02020603050405020304" pitchFamily="18" charset="0"/>
                      </a:endParaRPr>
                    </a:p>
                  </a:txBody>
                  <a:tcPr marL="9525" marR="9525" marT="9525" marB="0" anchor="ctr">
                    <a:solidFill>
                      <a:srgbClr val="0070C0"/>
                    </a:solidFill>
                  </a:tcPr>
                </a:tc>
                <a:tc hMerge="1">
                  <a:txBody>
                    <a:bodyPr/>
                    <a:lstStyle/>
                    <a:p>
                      <a:endParaRPr dirty="0"/>
                    </a:p>
                  </a:txBody>
                  <a:tcPr marL="9525" marR="9525" marT="9525" marB="0" anchor="ctr">
                    <a:solidFill>
                      <a:schemeClr val="tx1"/>
                    </a:solidFill>
                  </a:tcPr>
                </a:tc>
                <a:tc gridSpan="2">
                  <a:txBody>
                    <a:bodyPr/>
                    <a:lstStyle/>
                    <a:p>
                      <a:pPr algn="ctr" fontAlgn="ctr">
                        <a:buNone/>
                      </a:pPr>
                      <a:r>
                        <a:rPr lang="en" altLang="ja-JP" sz="3600" b="1" u="none" strike="noStrike" spc="-100" dirty="0">
                          <a:solidFill>
                            <a:schemeClr val="bg1"/>
                          </a:solidFill>
                          <a:effectLst/>
                          <a:latin typeface="+mn-ea"/>
                          <a:ea typeface="+mn-ea"/>
                        </a:rPr>
                        <a:t>UFB concentration </a:t>
                      </a:r>
                    </a:p>
                    <a:p>
                      <a:pPr algn="ctr" fontAlgn="ctr">
                        <a:buNone/>
                      </a:pPr>
                      <a:r>
                        <a:rPr lang="en" altLang="ja-JP" sz="3600" b="1" u="none" strike="noStrike" spc="-100" dirty="0">
                          <a:solidFill>
                            <a:schemeClr val="bg1"/>
                          </a:solidFill>
                          <a:effectLst/>
                          <a:latin typeface="+mn-ea"/>
                          <a:ea typeface="+mn-ea"/>
                        </a:rPr>
                        <a:t>[×10</a:t>
                      </a:r>
                      <a:r>
                        <a:rPr lang="en" altLang="ja-JP" sz="3600" b="1" u="none" strike="noStrike" spc="-100" baseline="30000" dirty="0">
                          <a:solidFill>
                            <a:schemeClr val="bg1"/>
                          </a:solidFill>
                          <a:effectLst/>
                          <a:latin typeface="+mn-ea"/>
                          <a:ea typeface="+mn-ea"/>
                        </a:rPr>
                        <a:t>7</a:t>
                      </a:r>
                      <a:r>
                        <a:rPr lang="en" altLang="ja-JP" sz="3600" b="1" u="none" strike="noStrike" spc="-100" dirty="0">
                          <a:solidFill>
                            <a:schemeClr val="bg1"/>
                          </a:solidFill>
                          <a:effectLst/>
                          <a:latin typeface="+mn-ea"/>
                          <a:ea typeface="+mn-ea"/>
                        </a:rPr>
                        <a:t> particles/ml]</a:t>
                      </a:r>
                      <a:endParaRPr lang="en" altLang="ja-JP" sz="3600" b="1" i="0" u="none" strike="noStrike" spc="-100" dirty="0">
                        <a:solidFill>
                          <a:schemeClr val="bg1"/>
                        </a:solidFill>
                        <a:effectLst/>
                        <a:latin typeface="+mn-ea"/>
                        <a:ea typeface="+mn-ea"/>
                        <a:cs typeface="Times New Roman" panose="02020603050405020304" pitchFamily="18" charset="0"/>
                      </a:endParaRPr>
                    </a:p>
                  </a:txBody>
                  <a:tcPr marL="9525" marR="9525" marT="9525" marB="0" anchor="ctr">
                    <a:solidFill>
                      <a:srgbClr val="0070C0"/>
                    </a:solidFill>
                  </a:tcPr>
                </a:tc>
                <a:tc hMerge="1">
                  <a:txBody>
                    <a:bodyPr/>
                    <a:lstStyle/>
                    <a:p>
                      <a:pPr algn="ctr" fontAlgn="ctr">
                        <a:buNone/>
                      </a:pPr>
                      <a:endParaRPr lang="ja-JP" sz="1600" b="1" i="0" u="none" strike="noStrike">
                        <a:solidFill>
                          <a:schemeClr val="bg1"/>
                        </a:solidFill>
                        <a:effectLst/>
                        <a:latin typeface="Cambria Math" panose="02040503050406030204" pitchFamily="18" charset="0"/>
                        <a:ea typeface="BIZ UDGothic" panose="020B0400000000000000" pitchFamily="49" charset="-128"/>
                      </a:endParaRPr>
                    </a:p>
                  </a:txBody>
                  <a:tcPr marL="9525" marR="9525" marT="9525" marB="0" anchor="ctr">
                    <a:solidFill>
                      <a:schemeClr val="tx1"/>
                    </a:solidFill>
                  </a:tcPr>
                </a:tc>
                <a:tc gridSpan="2">
                  <a:txBody>
                    <a:bodyPr/>
                    <a:lstStyle/>
                    <a:p>
                      <a:pPr algn="ctr" fontAlgn="ctr">
                        <a:buNone/>
                      </a:pPr>
                      <a:r>
                        <a:rPr lang="en" altLang="ja-JP" sz="3600" b="1" u="none" strike="noStrike" dirty="0">
                          <a:solidFill>
                            <a:schemeClr val="bg1"/>
                          </a:solidFill>
                          <a:effectLst/>
                          <a:latin typeface="+mn-ea"/>
                          <a:ea typeface="+mn-ea"/>
                        </a:rPr>
                        <a:t>Oxygen content [mg/L]</a:t>
                      </a:r>
                      <a:endParaRPr lang="en" altLang="ja-JP" sz="3600" b="1" i="0" u="none" strike="noStrike" dirty="0">
                        <a:solidFill>
                          <a:schemeClr val="bg1"/>
                        </a:solidFill>
                        <a:effectLst/>
                        <a:latin typeface="+mn-ea"/>
                        <a:ea typeface="+mn-ea"/>
                        <a:cs typeface="Times New Roman" panose="02020603050405020304" pitchFamily="18" charset="0"/>
                      </a:endParaRPr>
                    </a:p>
                  </a:txBody>
                  <a:tcPr marL="9525" marR="9525" marT="9525" marB="0" anchor="ctr">
                    <a:solidFill>
                      <a:srgbClr val="0070C0"/>
                    </a:solidFill>
                  </a:tcPr>
                </a:tc>
                <a:tc hMerge="1">
                  <a:txBody>
                    <a:bodyPr/>
                    <a:lstStyle/>
                    <a:p>
                      <a:pPr algn="ctr" fontAlgn="ctr">
                        <a:buNone/>
                      </a:pPr>
                      <a:endParaRPr lang="ja-JP" sz="1600" b="1" i="0" u="none" strike="noStrike">
                        <a:solidFill>
                          <a:schemeClr val="bg1"/>
                        </a:solidFill>
                        <a:effectLst/>
                        <a:latin typeface="Cambria Math" panose="02040503050406030204" pitchFamily="18" charset="0"/>
                        <a:ea typeface="BIZ UDGothic" panose="020B0400000000000000" pitchFamily="49" charset="-128"/>
                      </a:endParaRPr>
                    </a:p>
                  </a:txBody>
                  <a:tcPr marL="9525" marR="9525" marT="9525" marB="0" anchor="ctr">
                    <a:solidFill>
                      <a:schemeClr val="tx1"/>
                    </a:solidFill>
                  </a:tcPr>
                </a:tc>
                <a:extLst>
                  <a:ext uri="{0D108BD9-81ED-4DB2-BD59-A6C34878D82A}">
                    <a16:rowId xmlns:a16="http://schemas.microsoft.com/office/drawing/2014/main" val="1463638743"/>
                  </a:ext>
                </a:extLst>
              </a:tr>
              <a:tr h="859732">
                <a:tc vMerge="1">
                  <a:txBody>
                    <a:bodyPr/>
                    <a:lstStyle/>
                    <a:p>
                      <a:pPr algn="ctr" fontAlgn="ctr">
                        <a:buNone/>
                      </a:pPr>
                      <a:endParaRPr lang="ja-JP" altLang="ja-JP" sz="1600" b="0" i="0" u="none" strike="noStrike">
                        <a:solidFill>
                          <a:srgbClr val="000000"/>
                        </a:solidFill>
                        <a:effectLst/>
                        <a:latin typeface="Cambria Math" panose="02040503050406030204" pitchFamily="18" charset="0"/>
                        <a:ea typeface="BIZ UDGothic" panose="020B0400000000000000" pitchFamily="49" charset="-128"/>
                      </a:endParaRPr>
                    </a:p>
                  </a:txBody>
                  <a:tcPr marL="9525" marR="9525" marT="9525" marB="0" anchor="ctr">
                    <a:noFill/>
                  </a:tcPr>
                </a:tc>
                <a:tc>
                  <a:txBody>
                    <a:bodyPr/>
                    <a:lstStyle/>
                    <a:p>
                      <a:pPr algn="ctr" fontAlgn="ctr">
                        <a:buNone/>
                      </a:pPr>
                      <a:r>
                        <a:rPr lang="en" altLang="ja-JP" sz="3600" b="1" u="none" strike="noStrike" dirty="0">
                          <a:solidFill>
                            <a:schemeClr val="bg1"/>
                          </a:solidFill>
                          <a:effectLst/>
                          <a:latin typeface="+mn-ea"/>
                          <a:ea typeface="+mn-ea"/>
                        </a:rPr>
                        <a:t>Train RMSE</a:t>
                      </a:r>
                      <a:endParaRPr lang="en" altLang="ja-JP" sz="3600" b="1" i="0" u="none" strike="noStrike" dirty="0">
                        <a:solidFill>
                          <a:schemeClr val="bg1"/>
                        </a:solidFill>
                        <a:effectLst/>
                        <a:latin typeface="+mn-ea"/>
                        <a:ea typeface="+mn-ea"/>
                        <a:cs typeface="Times New Roman" panose="02020603050405020304" pitchFamily="18" charset="0"/>
                      </a:endParaRPr>
                    </a:p>
                  </a:txBody>
                  <a:tcPr marL="9525" marR="9525" marT="9525" marB="0" anchor="ctr">
                    <a:solidFill>
                      <a:srgbClr val="0070C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 altLang="ja-JP" sz="3600" b="1" u="none" strike="noStrike" dirty="0">
                          <a:solidFill>
                            <a:schemeClr val="bg1"/>
                          </a:solidFill>
                          <a:effectLst/>
                          <a:latin typeface="+mn-ea"/>
                          <a:ea typeface="+mn-ea"/>
                        </a:rPr>
                        <a:t>Test RMSE</a:t>
                      </a:r>
                      <a:endParaRPr lang="en" altLang="ja-JP" sz="3600" b="1" i="0" u="none" strike="noStrike" dirty="0">
                        <a:solidFill>
                          <a:schemeClr val="bg1"/>
                        </a:solidFill>
                        <a:effectLst/>
                        <a:latin typeface="+mn-ea"/>
                        <a:ea typeface="+mn-ea"/>
                        <a:cs typeface="Times New Roman" panose="02020603050405020304" pitchFamily="18" charset="0"/>
                      </a:endParaRPr>
                    </a:p>
                  </a:txBody>
                  <a:tcPr marL="9525" marR="9525" marT="9525" marB="0" anchor="ctr">
                    <a:solidFill>
                      <a:srgbClr val="0070C0"/>
                    </a:solidFill>
                  </a:tcPr>
                </a:tc>
                <a:tc>
                  <a:txBody>
                    <a:bodyPr/>
                    <a:lstStyle/>
                    <a:p>
                      <a:pPr algn="ctr" fontAlgn="ctr">
                        <a:buNone/>
                      </a:pPr>
                      <a:r>
                        <a:rPr lang="en" altLang="ja-JP" sz="3600" b="1" u="none" strike="noStrike" dirty="0">
                          <a:solidFill>
                            <a:schemeClr val="bg1"/>
                          </a:solidFill>
                          <a:effectLst/>
                          <a:latin typeface="+mn-ea"/>
                          <a:ea typeface="+mn-ea"/>
                        </a:rPr>
                        <a:t>Train RMSE</a:t>
                      </a:r>
                      <a:endParaRPr lang="en" altLang="ja-JP" sz="3600" b="1" i="0" u="none" strike="noStrike" dirty="0">
                        <a:solidFill>
                          <a:schemeClr val="bg1"/>
                        </a:solidFill>
                        <a:effectLst/>
                        <a:latin typeface="+mn-ea"/>
                        <a:ea typeface="+mn-ea"/>
                        <a:cs typeface="Times New Roman" panose="02020603050405020304" pitchFamily="18" charset="0"/>
                      </a:endParaRPr>
                    </a:p>
                  </a:txBody>
                  <a:tcPr marL="9525" marR="9525" marT="9525" marB="0" anchor="ctr">
                    <a:solidFill>
                      <a:srgbClr val="0070C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 altLang="ja-JP" sz="3600" b="1" u="none" strike="noStrike" dirty="0">
                          <a:solidFill>
                            <a:schemeClr val="bg1"/>
                          </a:solidFill>
                          <a:effectLst/>
                          <a:latin typeface="+mn-ea"/>
                          <a:ea typeface="+mn-ea"/>
                        </a:rPr>
                        <a:t>Test RMSE</a:t>
                      </a:r>
                      <a:endParaRPr lang="en" altLang="ja-JP" sz="3600" b="1" i="0" u="none" strike="noStrike" dirty="0">
                        <a:solidFill>
                          <a:schemeClr val="bg1"/>
                        </a:solidFill>
                        <a:effectLst/>
                        <a:latin typeface="+mn-ea"/>
                        <a:ea typeface="+mn-ea"/>
                        <a:cs typeface="Times New Roman" panose="02020603050405020304" pitchFamily="18" charset="0"/>
                      </a:endParaRPr>
                    </a:p>
                  </a:txBody>
                  <a:tcPr marL="9525" marR="9525" marT="9525" marB="0" anchor="ctr">
                    <a:solidFill>
                      <a:srgbClr val="0070C0"/>
                    </a:solidFill>
                  </a:tcPr>
                </a:tc>
                <a:tc>
                  <a:txBody>
                    <a:bodyPr/>
                    <a:lstStyle/>
                    <a:p>
                      <a:pPr algn="ctr" fontAlgn="ctr">
                        <a:buNone/>
                      </a:pPr>
                      <a:r>
                        <a:rPr lang="en" altLang="ja-JP" sz="3600" b="1" u="none" strike="noStrike" dirty="0">
                          <a:solidFill>
                            <a:schemeClr val="bg1"/>
                          </a:solidFill>
                          <a:effectLst/>
                          <a:latin typeface="+mn-ea"/>
                          <a:ea typeface="+mn-ea"/>
                        </a:rPr>
                        <a:t>Train RMSE</a:t>
                      </a:r>
                      <a:endParaRPr lang="en" altLang="ja-JP" sz="3600" b="1" i="0" u="none" strike="noStrike" dirty="0">
                        <a:solidFill>
                          <a:schemeClr val="bg1"/>
                        </a:solidFill>
                        <a:effectLst/>
                        <a:latin typeface="+mn-ea"/>
                        <a:ea typeface="+mn-ea"/>
                        <a:cs typeface="Times New Roman" panose="02020603050405020304" pitchFamily="18" charset="0"/>
                      </a:endParaRPr>
                    </a:p>
                  </a:txBody>
                  <a:tcPr marL="9525" marR="9525" marT="9525" marB="0" anchor="ctr">
                    <a:solidFill>
                      <a:srgbClr val="0070C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 altLang="ja-JP" sz="3600" b="1" u="none" strike="noStrike" dirty="0">
                          <a:solidFill>
                            <a:schemeClr val="bg1"/>
                          </a:solidFill>
                          <a:effectLst/>
                          <a:latin typeface="+mn-ea"/>
                          <a:ea typeface="+mn-ea"/>
                        </a:rPr>
                        <a:t>Test RMSE</a:t>
                      </a:r>
                      <a:endParaRPr lang="en" altLang="ja-JP" sz="3600" b="1" i="0" u="none" strike="noStrike" dirty="0">
                        <a:solidFill>
                          <a:schemeClr val="bg1"/>
                        </a:solidFill>
                        <a:effectLst/>
                        <a:latin typeface="+mn-ea"/>
                        <a:ea typeface="+mn-ea"/>
                        <a:cs typeface="Times New Roman" panose="02020603050405020304" pitchFamily="18" charset="0"/>
                      </a:endParaRPr>
                    </a:p>
                  </a:txBody>
                  <a:tcPr marL="9525" marR="9525" marT="9525" marB="0" anchor="ctr">
                    <a:solidFill>
                      <a:srgbClr val="0070C0"/>
                    </a:solidFill>
                  </a:tcPr>
                </a:tc>
                <a:extLst>
                  <a:ext uri="{0D108BD9-81ED-4DB2-BD59-A6C34878D82A}">
                    <a16:rowId xmlns:a16="http://schemas.microsoft.com/office/drawing/2014/main" val="1867729267"/>
                  </a:ext>
                </a:extLst>
              </a:tr>
              <a:tr h="859732">
                <a:tc>
                  <a:txBody>
                    <a:bodyPr/>
                    <a:lstStyle/>
                    <a:p>
                      <a:pPr algn="ctr" fontAlgn="ctr">
                        <a:buNone/>
                      </a:pPr>
                      <a:r>
                        <a:rPr lang="ja-JP" sz="3600" b="0" u="none" strike="noStrike">
                          <a:solidFill>
                            <a:srgbClr val="000000"/>
                          </a:solidFill>
                          <a:effectLst/>
                          <a:latin typeface="+mn-ea"/>
                          <a:ea typeface="+mn-ea"/>
                        </a:rPr>
                        <a:t>Linear regression</a:t>
                      </a:r>
                      <a:endParaRPr lang="ja-JP" sz="3600" b="0" i="0" u="none" strike="noStrike">
                        <a:solidFill>
                          <a:srgbClr val="000000"/>
                        </a:solidFill>
                        <a:effectLst/>
                        <a:latin typeface="+mn-ea"/>
                        <a:ea typeface="+mn-ea"/>
                        <a:cs typeface="Times New Roman" panose="02020603050405020304" pitchFamily="18" charset="0"/>
                      </a:endParaRPr>
                    </a:p>
                  </a:txBody>
                  <a:tcPr marL="9525" marR="9525" marT="9525" marB="0" anchor="ctr"/>
                </a:tc>
                <a:tc>
                  <a:txBody>
                    <a:bodyPr/>
                    <a:lstStyle/>
                    <a:p>
                      <a:pPr algn="ctr" fontAlgn="ctr">
                        <a:buNone/>
                      </a:pPr>
                      <a:r>
                        <a:rPr lang="ja-JP" sz="3600" b="0" u="none" strike="noStrike">
                          <a:solidFill>
                            <a:srgbClr val="000000"/>
                          </a:solidFill>
                          <a:effectLst/>
                          <a:latin typeface="+mn-ea"/>
                          <a:ea typeface="+mn-ea"/>
                        </a:rPr>
                        <a:t>0.8652</a:t>
                      </a:r>
                      <a:endParaRPr lang="ja-JP" sz="3600" b="0" i="0" u="none" strike="noStrike">
                        <a:solidFill>
                          <a:srgbClr val="000000"/>
                        </a:solidFill>
                        <a:effectLst/>
                        <a:latin typeface="+mn-ea"/>
                        <a:ea typeface="+mn-ea"/>
                        <a:cs typeface="Times New Roman" panose="02020603050405020304" pitchFamily="18" charset="0"/>
                      </a:endParaRPr>
                    </a:p>
                  </a:txBody>
                  <a:tcPr marL="9525" marR="9525" marT="9525" marB="0" anchor="ctr"/>
                </a:tc>
                <a:tc>
                  <a:txBody>
                    <a:bodyPr/>
                    <a:lstStyle/>
                    <a:p>
                      <a:pPr algn="ctr" fontAlgn="ctr">
                        <a:buNone/>
                      </a:pPr>
                      <a:r>
                        <a:rPr lang="ja-JP" sz="3600" b="0" u="none" strike="noStrike">
                          <a:solidFill>
                            <a:srgbClr val="000000"/>
                          </a:solidFill>
                          <a:effectLst/>
                          <a:latin typeface="+mn-ea"/>
                          <a:ea typeface="+mn-ea"/>
                        </a:rPr>
                        <a:t>0.9359</a:t>
                      </a:r>
                      <a:endParaRPr lang="ja-JP" sz="3600" b="0" i="0" u="none" strike="noStrike">
                        <a:solidFill>
                          <a:srgbClr val="000000"/>
                        </a:solidFill>
                        <a:effectLst/>
                        <a:latin typeface="+mn-ea"/>
                        <a:ea typeface="+mn-ea"/>
                        <a:cs typeface="Times New Roman" panose="02020603050405020304" pitchFamily="18" charset="0"/>
                      </a:endParaRPr>
                    </a:p>
                  </a:txBody>
                  <a:tcPr marL="9525" marR="9525" marT="9525" marB="0" anchor="ctr"/>
                </a:tc>
                <a:tc>
                  <a:txBody>
                    <a:bodyPr/>
                    <a:lstStyle/>
                    <a:p>
                      <a:pPr algn="ctr" fontAlgn="ctr">
                        <a:buNone/>
                      </a:pPr>
                      <a:r>
                        <a:rPr lang="ja-JP" sz="3600" b="0" u="none" strike="noStrike">
                          <a:solidFill>
                            <a:srgbClr val="000000"/>
                          </a:solidFill>
                          <a:effectLst/>
                          <a:latin typeface="+mn-ea"/>
                          <a:ea typeface="+mn-ea"/>
                        </a:rPr>
                        <a:t>0.8440</a:t>
                      </a:r>
                      <a:endParaRPr lang="ja-JP" sz="3600" b="0" i="0" u="none" strike="noStrike">
                        <a:solidFill>
                          <a:srgbClr val="000000"/>
                        </a:solidFill>
                        <a:effectLst/>
                        <a:latin typeface="+mn-ea"/>
                        <a:ea typeface="+mn-ea"/>
                        <a:cs typeface="Times New Roman" panose="02020603050405020304" pitchFamily="18" charset="0"/>
                      </a:endParaRPr>
                    </a:p>
                  </a:txBody>
                  <a:tcPr marL="9525" marR="9525" marT="9525" marB="0" anchor="ctr"/>
                </a:tc>
                <a:tc>
                  <a:txBody>
                    <a:bodyPr/>
                    <a:lstStyle/>
                    <a:p>
                      <a:pPr algn="ctr" fontAlgn="ctr">
                        <a:buNone/>
                      </a:pPr>
                      <a:r>
                        <a:rPr lang="ja-JP" sz="3600" b="0" u="none" strike="noStrike">
                          <a:solidFill>
                            <a:srgbClr val="000000"/>
                          </a:solidFill>
                          <a:effectLst/>
                          <a:latin typeface="+mn-ea"/>
                          <a:ea typeface="+mn-ea"/>
                        </a:rPr>
                        <a:t>0.9562</a:t>
                      </a:r>
                      <a:endParaRPr lang="ja-JP" sz="3600" b="0" i="0" u="none" strike="noStrike">
                        <a:solidFill>
                          <a:srgbClr val="000000"/>
                        </a:solidFill>
                        <a:effectLst/>
                        <a:latin typeface="+mn-ea"/>
                        <a:ea typeface="+mn-ea"/>
                        <a:cs typeface="Times New Roman" panose="02020603050405020304" pitchFamily="18" charset="0"/>
                      </a:endParaRPr>
                    </a:p>
                  </a:txBody>
                  <a:tcPr marL="9525" marR="9525" marT="9525" marB="0" anchor="ctr"/>
                </a:tc>
                <a:tc>
                  <a:txBody>
                    <a:bodyPr/>
                    <a:lstStyle/>
                    <a:p>
                      <a:pPr algn="ctr" fontAlgn="ctr">
                        <a:buNone/>
                      </a:pPr>
                      <a:r>
                        <a:rPr lang="ja-JP" sz="3600" b="0" u="none" strike="noStrike">
                          <a:solidFill>
                            <a:srgbClr val="000000"/>
                          </a:solidFill>
                          <a:effectLst/>
                          <a:latin typeface="+mn-ea"/>
                          <a:ea typeface="+mn-ea"/>
                        </a:rPr>
                        <a:t>0.6753</a:t>
                      </a:r>
                      <a:endParaRPr lang="ja-JP" sz="3600" b="0" i="0" u="none" strike="noStrike">
                        <a:solidFill>
                          <a:srgbClr val="000000"/>
                        </a:solidFill>
                        <a:effectLst/>
                        <a:latin typeface="+mn-ea"/>
                        <a:ea typeface="+mn-ea"/>
                        <a:cs typeface="Times New Roman" panose="02020603050405020304" pitchFamily="18" charset="0"/>
                      </a:endParaRPr>
                    </a:p>
                  </a:txBody>
                  <a:tcPr marL="9525" marR="9525" marT="9525" marB="0" anchor="ctr"/>
                </a:tc>
                <a:tc>
                  <a:txBody>
                    <a:bodyPr/>
                    <a:lstStyle/>
                    <a:p>
                      <a:pPr algn="ctr" fontAlgn="ctr">
                        <a:buNone/>
                      </a:pPr>
                      <a:r>
                        <a:rPr lang="ja-JP" sz="3600" b="0" u="none" strike="noStrike">
                          <a:solidFill>
                            <a:srgbClr val="000000"/>
                          </a:solidFill>
                          <a:effectLst/>
                          <a:latin typeface="+mn-ea"/>
                          <a:ea typeface="+mn-ea"/>
                        </a:rPr>
                        <a:t>0.7497</a:t>
                      </a:r>
                      <a:endParaRPr lang="ja-JP" sz="3600" b="0" i="0" u="none" strike="noStrike">
                        <a:solidFill>
                          <a:srgbClr val="000000"/>
                        </a:solidFill>
                        <a:effectLst/>
                        <a:latin typeface="+mn-ea"/>
                        <a:ea typeface="+mn-ea"/>
                        <a:cs typeface="Times New Roman" panose="02020603050405020304" pitchFamily="18" charset="0"/>
                      </a:endParaRPr>
                    </a:p>
                  </a:txBody>
                  <a:tcPr marL="9525" marR="9525" marT="9525" marB="0" anchor="ctr"/>
                </a:tc>
                <a:extLst>
                  <a:ext uri="{0D108BD9-81ED-4DB2-BD59-A6C34878D82A}">
                    <a16:rowId xmlns:a16="http://schemas.microsoft.com/office/drawing/2014/main" val="2591665641"/>
                  </a:ext>
                </a:extLst>
              </a:tr>
              <a:tr h="859732">
                <a:tc>
                  <a:txBody>
                    <a:bodyPr/>
                    <a:lstStyle/>
                    <a:p>
                      <a:pPr algn="ctr" fontAlgn="ctr">
                        <a:buNone/>
                      </a:pPr>
                      <a:r>
                        <a:rPr lang="ja-JP" sz="3600" b="0" u="none" strike="noStrike">
                          <a:solidFill>
                            <a:srgbClr val="000000"/>
                          </a:solidFill>
                          <a:effectLst/>
                          <a:latin typeface="+mn-ea"/>
                          <a:ea typeface="+mn-ea"/>
                        </a:rPr>
                        <a:t>Polynomial regression</a:t>
                      </a:r>
                      <a:endParaRPr lang="ja-JP" sz="3600" b="0" i="0" u="none" strike="noStrike">
                        <a:solidFill>
                          <a:srgbClr val="000000"/>
                        </a:solidFill>
                        <a:effectLst/>
                        <a:latin typeface="+mn-ea"/>
                        <a:ea typeface="+mn-ea"/>
                        <a:cs typeface="Times New Roman" panose="02020603050405020304" pitchFamily="18" charset="0"/>
                      </a:endParaRPr>
                    </a:p>
                  </a:txBody>
                  <a:tcPr marL="9525" marR="9525" marT="9525" marB="0" anchor="ctr"/>
                </a:tc>
                <a:tc>
                  <a:txBody>
                    <a:bodyPr/>
                    <a:lstStyle/>
                    <a:p>
                      <a:pPr algn="ctr" fontAlgn="ctr">
                        <a:buNone/>
                      </a:pPr>
                      <a:r>
                        <a:rPr lang="ja-JP" sz="3600" b="0" u="none" strike="noStrike">
                          <a:solidFill>
                            <a:srgbClr val="000000"/>
                          </a:solidFill>
                          <a:effectLst/>
                          <a:latin typeface="+mn-ea"/>
                          <a:ea typeface="+mn-ea"/>
                        </a:rPr>
                        <a:t>0.5223</a:t>
                      </a:r>
                      <a:endParaRPr lang="ja-JP" sz="3600" b="0" i="0" u="none" strike="noStrike">
                        <a:solidFill>
                          <a:srgbClr val="000000"/>
                        </a:solidFill>
                        <a:effectLst/>
                        <a:latin typeface="+mn-ea"/>
                        <a:ea typeface="+mn-ea"/>
                        <a:cs typeface="Times New Roman" panose="02020603050405020304" pitchFamily="18" charset="0"/>
                      </a:endParaRPr>
                    </a:p>
                  </a:txBody>
                  <a:tcPr marL="9525" marR="9525" marT="9525" marB="0" anchor="ctr"/>
                </a:tc>
                <a:tc>
                  <a:txBody>
                    <a:bodyPr/>
                    <a:lstStyle/>
                    <a:p>
                      <a:pPr algn="ctr" fontAlgn="ctr">
                        <a:buNone/>
                      </a:pPr>
                      <a:r>
                        <a:rPr lang="ja-JP" sz="3600" b="0" u="none" strike="noStrike">
                          <a:solidFill>
                            <a:srgbClr val="000000"/>
                          </a:solidFill>
                          <a:effectLst/>
                          <a:latin typeface="+mn-ea"/>
                          <a:ea typeface="+mn-ea"/>
                        </a:rPr>
                        <a:t>0.7553</a:t>
                      </a:r>
                      <a:endParaRPr lang="ja-JP" sz="3600" b="0" i="0" u="none" strike="noStrike">
                        <a:solidFill>
                          <a:srgbClr val="000000"/>
                        </a:solidFill>
                        <a:effectLst/>
                        <a:latin typeface="+mn-ea"/>
                        <a:ea typeface="+mn-ea"/>
                        <a:cs typeface="Times New Roman" panose="02020603050405020304" pitchFamily="18" charset="0"/>
                      </a:endParaRPr>
                    </a:p>
                  </a:txBody>
                  <a:tcPr marL="9525" marR="9525" marT="9525" marB="0" anchor="ctr"/>
                </a:tc>
                <a:tc>
                  <a:txBody>
                    <a:bodyPr/>
                    <a:lstStyle/>
                    <a:p>
                      <a:pPr algn="ctr" fontAlgn="ctr">
                        <a:buNone/>
                      </a:pPr>
                      <a:r>
                        <a:rPr lang="ja-JP" sz="3600" b="0" u="none" strike="noStrike">
                          <a:solidFill>
                            <a:srgbClr val="000000"/>
                          </a:solidFill>
                          <a:effectLst/>
                          <a:latin typeface="+mn-ea"/>
                          <a:ea typeface="+mn-ea"/>
                        </a:rPr>
                        <a:t>0.6946</a:t>
                      </a:r>
                      <a:endParaRPr lang="ja-JP" sz="3600" b="0" i="0" u="none" strike="noStrike">
                        <a:solidFill>
                          <a:srgbClr val="000000"/>
                        </a:solidFill>
                        <a:effectLst/>
                        <a:latin typeface="+mn-ea"/>
                        <a:ea typeface="+mn-ea"/>
                        <a:cs typeface="Times New Roman" panose="02020603050405020304" pitchFamily="18" charset="0"/>
                      </a:endParaRPr>
                    </a:p>
                  </a:txBody>
                  <a:tcPr marL="9525" marR="9525" marT="9525" marB="0" anchor="ctr"/>
                </a:tc>
                <a:tc>
                  <a:txBody>
                    <a:bodyPr/>
                    <a:lstStyle/>
                    <a:p>
                      <a:pPr algn="ctr" fontAlgn="ctr">
                        <a:buNone/>
                      </a:pPr>
                      <a:r>
                        <a:rPr lang="ja-JP" sz="3600" b="0" u="none" strike="noStrike">
                          <a:solidFill>
                            <a:srgbClr val="000000"/>
                          </a:solidFill>
                          <a:effectLst/>
                          <a:latin typeface="+mn-ea"/>
                          <a:ea typeface="+mn-ea"/>
                        </a:rPr>
                        <a:t>1.168</a:t>
                      </a:r>
                      <a:endParaRPr lang="ja-JP" sz="3600" b="0" i="0" u="none" strike="noStrike">
                        <a:solidFill>
                          <a:srgbClr val="000000"/>
                        </a:solidFill>
                        <a:effectLst/>
                        <a:latin typeface="+mn-ea"/>
                        <a:ea typeface="+mn-ea"/>
                        <a:cs typeface="Times New Roman" panose="02020603050405020304" pitchFamily="18" charset="0"/>
                      </a:endParaRPr>
                    </a:p>
                  </a:txBody>
                  <a:tcPr marL="9525" marR="9525" marT="9525" marB="0" anchor="ctr"/>
                </a:tc>
                <a:tc>
                  <a:txBody>
                    <a:bodyPr/>
                    <a:lstStyle/>
                    <a:p>
                      <a:pPr algn="ctr" fontAlgn="ctr">
                        <a:buNone/>
                      </a:pPr>
                      <a:r>
                        <a:rPr lang="ja-JP" sz="3600" b="0" u="none" strike="noStrike">
                          <a:solidFill>
                            <a:srgbClr val="000000"/>
                          </a:solidFill>
                          <a:effectLst/>
                          <a:latin typeface="+mn-ea"/>
                          <a:ea typeface="+mn-ea"/>
                        </a:rPr>
                        <a:t>0.5094</a:t>
                      </a:r>
                      <a:endParaRPr lang="ja-JP" sz="3600" b="0" i="0" u="none" strike="noStrike">
                        <a:solidFill>
                          <a:srgbClr val="000000"/>
                        </a:solidFill>
                        <a:effectLst/>
                        <a:latin typeface="+mn-ea"/>
                        <a:ea typeface="+mn-ea"/>
                        <a:cs typeface="Times New Roman" panose="02020603050405020304" pitchFamily="18" charset="0"/>
                      </a:endParaRPr>
                    </a:p>
                  </a:txBody>
                  <a:tcPr marL="9525" marR="9525" marT="9525" marB="0" anchor="ctr"/>
                </a:tc>
                <a:tc>
                  <a:txBody>
                    <a:bodyPr/>
                    <a:lstStyle/>
                    <a:p>
                      <a:pPr algn="ctr" fontAlgn="ctr">
                        <a:buNone/>
                      </a:pPr>
                      <a:r>
                        <a:rPr lang="ja-JP" sz="3600" b="0" u="none" strike="noStrike">
                          <a:solidFill>
                            <a:srgbClr val="000000"/>
                          </a:solidFill>
                          <a:effectLst/>
                          <a:latin typeface="+mn-ea"/>
                          <a:ea typeface="+mn-ea"/>
                        </a:rPr>
                        <a:t>0.7915</a:t>
                      </a:r>
                      <a:endParaRPr lang="ja-JP" sz="3600" b="0" i="0" u="none" strike="noStrike">
                        <a:solidFill>
                          <a:srgbClr val="000000"/>
                        </a:solidFill>
                        <a:effectLst/>
                        <a:latin typeface="+mn-ea"/>
                        <a:ea typeface="+mn-ea"/>
                        <a:cs typeface="Times New Roman" panose="02020603050405020304" pitchFamily="18" charset="0"/>
                      </a:endParaRPr>
                    </a:p>
                  </a:txBody>
                  <a:tcPr marL="9525" marR="9525" marT="9525" marB="0" anchor="ctr"/>
                </a:tc>
                <a:extLst>
                  <a:ext uri="{0D108BD9-81ED-4DB2-BD59-A6C34878D82A}">
                    <a16:rowId xmlns:a16="http://schemas.microsoft.com/office/drawing/2014/main" val="3718140165"/>
                  </a:ext>
                </a:extLst>
              </a:tr>
              <a:tr h="859732">
                <a:tc>
                  <a:txBody>
                    <a:bodyPr/>
                    <a:lstStyle/>
                    <a:p>
                      <a:pPr algn="ctr" fontAlgn="ctr">
                        <a:buNone/>
                      </a:pPr>
                      <a:r>
                        <a:rPr lang="ja-JP" sz="3600" b="0" u="none" strike="noStrike">
                          <a:solidFill>
                            <a:srgbClr val="FF0000"/>
                          </a:solidFill>
                          <a:effectLst/>
                          <a:latin typeface="+mn-ea"/>
                          <a:ea typeface="+mn-ea"/>
                        </a:rPr>
                        <a:t>Random Forest</a:t>
                      </a:r>
                      <a:endParaRPr lang="ja-JP" sz="3600" b="0" i="0" u="none" strike="noStrike">
                        <a:solidFill>
                          <a:srgbClr val="FF0000"/>
                        </a:solidFill>
                        <a:effectLst/>
                        <a:latin typeface="+mn-ea"/>
                        <a:ea typeface="+mn-ea"/>
                        <a:cs typeface="Times New Roman" panose="02020603050405020304" pitchFamily="18" charset="0"/>
                      </a:endParaRPr>
                    </a:p>
                  </a:txBody>
                  <a:tcPr marL="9525" marR="9525" marT="9525" marB="0" anchor="ctr"/>
                </a:tc>
                <a:tc>
                  <a:txBody>
                    <a:bodyPr/>
                    <a:lstStyle/>
                    <a:p>
                      <a:pPr algn="ctr" fontAlgn="ctr">
                        <a:buNone/>
                      </a:pPr>
                      <a:r>
                        <a:rPr lang="ja-JP" sz="3600" b="0" u="none" strike="noStrike">
                          <a:solidFill>
                            <a:srgbClr val="FF0000"/>
                          </a:solidFill>
                          <a:effectLst/>
                          <a:latin typeface="+mn-ea"/>
                          <a:ea typeface="+mn-ea"/>
                        </a:rPr>
                        <a:t>0.3802</a:t>
                      </a:r>
                      <a:endParaRPr lang="ja-JP" sz="3600" b="0" i="0" u="none" strike="noStrike">
                        <a:solidFill>
                          <a:srgbClr val="FF0000"/>
                        </a:solidFill>
                        <a:effectLst/>
                        <a:latin typeface="+mn-ea"/>
                        <a:ea typeface="+mn-ea"/>
                        <a:cs typeface="Times New Roman" panose="02020603050405020304" pitchFamily="18" charset="0"/>
                      </a:endParaRPr>
                    </a:p>
                  </a:txBody>
                  <a:tcPr marL="9525" marR="9525" marT="9525" marB="0" anchor="ctr"/>
                </a:tc>
                <a:tc>
                  <a:txBody>
                    <a:bodyPr/>
                    <a:lstStyle/>
                    <a:p>
                      <a:pPr algn="ctr" fontAlgn="ctr">
                        <a:buNone/>
                      </a:pPr>
                      <a:r>
                        <a:rPr lang="ja-JP" sz="3600" b="0" u="none" strike="noStrike">
                          <a:solidFill>
                            <a:srgbClr val="FF0000"/>
                          </a:solidFill>
                          <a:effectLst/>
                          <a:latin typeface="+mn-ea"/>
                          <a:ea typeface="+mn-ea"/>
                        </a:rPr>
                        <a:t>0.6419</a:t>
                      </a:r>
                      <a:endParaRPr lang="ja-JP" sz="3600" b="0" i="0" u="none" strike="noStrike">
                        <a:solidFill>
                          <a:srgbClr val="FF0000"/>
                        </a:solidFill>
                        <a:effectLst/>
                        <a:latin typeface="+mn-ea"/>
                        <a:ea typeface="+mn-ea"/>
                        <a:cs typeface="Times New Roman" panose="02020603050405020304" pitchFamily="18" charset="0"/>
                      </a:endParaRPr>
                    </a:p>
                  </a:txBody>
                  <a:tcPr marL="9525" marR="9525" marT="9525" marB="0" anchor="ctr"/>
                </a:tc>
                <a:tc>
                  <a:txBody>
                    <a:bodyPr/>
                    <a:lstStyle/>
                    <a:p>
                      <a:pPr algn="ctr" fontAlgn="ctr">
                        <a:buNone/>
                      </a:pPr>
                      <a:r>
                        <a:rPr lang="ja-JP" sz="3600" b="0" u="none" strike="noStrike">
                          <a:solidFill>
                            <a:srgbClr val="FF0000"/>
                          </a:solidFill>
                          <a:effectLst/>
                          <a:latin typeface="+mn-ea"/>
                          <a:ea typeface="+mn-ea"/>
                        </a:rPr>
                        <a:t>0.6184</a:t>
                      </a:r>
                      <a:endParaRPr lang="ja-JP" sz="3600" b="0" i="0" u="none" strike="noStrike">
                        <a:solidFill>
                          <a:srgbClr val="FF0000"/>
                        </a:solidFill>
                        <a:effectLst/>
                        <a:latin typeface="+mn-ea"/>
                        <a:ea typeface="+mn-ea"/>
                        <a:cs typeface="Times New Roman" panose="02020603050405020304" pitchFamily="18" charset="0"/>
                      </a:endParaRPr>
                    </a:p>
                  </a:txBody>
                  <a:tcPr marL="9525" marR="9525" marT="9525" marB="0" anchor="ctr"/>
                </a:tc>
                <a:tc>
                  <a:txBody>
                    <a:bodyPr/>
                    <a:lstStyle/>
                    <a:p>
                      <a:pPr algn="ctr" fontAlgn="ctr">
                        <a:buNone/>
                      </a:pPr>
                      <a:r>
                        <a:rPr lang="ja-JP" sz="3600" b="0" u="none" strike="noStrike">
                          <a:solidFill>
                            <a:srgbClr val="FF0000"/>
                          </a:solidFill>
                          <a:effectLst/>
                          <a:latin typeface="+mn-ea"/>
                          <a:ea typeface="+mn-ea"/>
                        </a:rPr>
                        <a:t>0.8851</a:t>
                      </a:r>
                      <a:endParaRPr lang="ja-JP" sz="3600" b="0" i="0" u="none" strike="noStrike">
                        <a:solidFill>
                          <a:srgbClr val="FF0000"/>
                        </a:solidFill>
                        <a:effectLst/>
                        <a:latin typeface="+mn-ea"/>
                        <a:ea typeface="+mn-ea"/>
                        <a:cs typeface="Times New Roman" panose="02020603050405020304" pitchFamily="18" charset="0"/>
                      </a:endParaRPr>
                    </a:p>
                  </a:txBody>
                  <a:tcPr marL="9525" marR="9525" marT="9525" marB="0" anchor="ctr"/>
                </a:tc>
                <a:tc>
                  <a:txBody>
                    <a:bodyPr/>
                    <a:lstStyle/>
                    <a:p>
                      <a:pPr algn="ctr" fontAlgn="ctr">
                        <a:buNone/>
                      </a:pPr>
                      <a:r>
                        <a:rPr lang="ja-JP" sz="3600" b="0" u="none" strike="noStrike">
                          <a:solidFill>
                            <a:srgbClr val="FF0000"/>
                          </a:solidFill>
                          <a:effectLst/>
                          <a:latin typeface="+mn-ea"/>
                          <a:ea typeface="+mn-ea"/>
                        </a:rPr>
                        <a:t>0.4611</a:t>
                      </a:r>
                      <a:endParaRPr lang="ja-JP" sz="3600" b="0" i="0" u="none" strike="noStrike">
                        <a:solidFill>
                          <a:srgbClr val="FF0000"/>
                        </a:solidFill>
                        <a:effectLst/>
                        <a:latin typeface="+mn-ea"/>
                        <a:ea typeface="+mn-ea"/>
                        <a:cs typeface="Times New Roman" panose="02020603050405020304" pitchFamily="18" charset="0"/>
                      </a:endParaRPr>
                    </a:p>
                  </a:txBody>
                  <a:tcPr marL="9525" marR="9525" marT="9525" marB="0" anchor="ctr"/>
                </a:tc>
                <a:tc>
                  <a:txBody>
                    <a:bodyPr/>
                    <a:lstStyle/>
                    <a:p>
                      <a:pPr algn="ctr" fontAlgn="ctr">
                        <a:buNone/>
                      </a:pPr>
                      <a:r>
                        <a:rPr lang="ja-JP" sz="3600" b="0" u="none" strike="noStrike">
                          <a:solidFill>
                            <a:srgbClr val="FF0000"/>
                          </a:solidFill>
                          <a:effectLst/>
                          <a:latin typeface="+mn-ea"/>
                          <a:ea typeface="+mn-ea"/>
                        </a:rPr>
                        <a:t>0.6840</a:t>
                      </a:r>
                      <a:endParaRPr lang="ja-JP" sz="3600" b="0" i="0" u="none" strike="noStrike">
                        <a:solidFill>
                          <a:srgbClr val="FF0000"/>
                        </a:solidFill>
                        <a:effectLst/>
                        <a:latin typeface="+mn-ea"/>
                        <a:ea typeface="+mn-ea"/>
                        <a:cs typeface="Times New Roman" panose="02020603050405020304" pitchFamily="18" charset="0"/>
                      </a:endParaRPr>
                    </a:p>
                  </a:txBody>
                  <a:tcPr marL="9525" marR="9525" marT="9525" marB="0" anchor="ctr"/>
                </a:tc>
                <a:extLst>
                  <a:ext uri="{0D108BD9-81ED-4DB2-BD59-A6C34878D82A}">
                    <a16:rowId xmlns:a16="http://schemas.microsoft.com/office/drawing/2014/main" val="3457783654"/>
                  </a:ext>
                </a:extLst>
              </a:tr>
            </a:tbl>
          </a:graphicData>
        </a:graphic>
      </p:graphicFrame>
      <p:sp>
        <p:nvSpPr>
          <p:cNvPr id="30" name="角丸四角形 29">
            <a:extLst>
              <a:ext uri="{FF2B5EF4-FFF2-40B4-BE49-F238E27FC236}">
                <a16:creationId xmlns:a16="http://schemas.microsoft.com/office/drawing/2014/main" id="{EAA58B8A-B928-2BEF-6391-BF5EE93F54F1}"/>
              </a:ext>
            </a:extLst>
          </p:cNvPr>
          <p:cNvSpPr/>
          <p:nvPr/>
        </p:nvSpPr>
        <p:spPr>
          <a:xfrm>
            <a:off x="15446805" y="12965263"/>
            <a:ext cx="14545616" cy="8046043"/>
          </a:xfrm>
          <a:prstGeom prst="roundRect">
            <a:avLst>
              <a:gd name="adj" fmla="val 5431"/>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Arial Unicode MS" pitchFamily="50" charset="-128"/>
            </a:endParaRPr>
          </a:p>
        </p:txBody>
      </p:sp>
      <p:sp>
        <p:nvSpPr>
          <p:cNvPr id="32" name="テキスト ボックス 5">
            <a:extLst>
              <a:ext uri="{FF2B5EF4-FFF2-40B4-BE49-F238E27FC236}">
                <a16:creationId xmlns:a16="http://schemas.microsoft.com/office/drawing/2014/main" id="{81252C01-3479-879F-CDE4-E20D40D46CA0}"/>
              </a:ext>
            </a:extLst>
          </p:cNvPr>
          <p:cNvSpPr txBox="1">
            <a:spLocks noChangeArrowheads="1"/>
          </p:cNvSpPr>
          <p:nvPr/>
        </p:nvSpPr>
        <p:spPr bwMode="auto">
          <a:xfrm>
            <a:off x="17338834" y="12374638"/>
            <a:ext cx="10910853" cy="923330"/>
          </a:xfrm>
          <a:prstGeom prst="rect">
            <a:avLst/>
          </a:prstGeom>
          <a:solidFill>
            <a:schemeClr val="tx1"/>
          </a:solidFill>
          <a:ln>
            <a:noFill/>
          </a:ln>
        </p:spPr>
        <p:txBody>
          <a:bodyPr wrap="square">
            <a:spAutoFit/>
          </a:bodyPr>
          <a:lstStyle>
            <a:defPPr>
              <a:defRPr lang="ja-JP"/>
            </a:defPPr>
            <a:lvl1pPr algn="ctr">
              <a:defRPr sz="4400">
                <a:latin typeface="Arial Unicode MS" pitchFamily="50" charset="-128"/>
                <a:ea typeface="Arial Unicode MS" pitchFamily="50" charset="-128"/>
                <a:cs typeface="Arial Unicode MS" pitchFamily="50" charset="-128"/>
              </a:defRPr>
            </a:lvl1pPr>
          </a:lstStyle>
          <a:p>
            <a:r>
              <a:rPr lang="ja-JP" altLang="en-US" sz="5400" b="1">
                <a:solidFill>
                  <a:schemeClr val="bg1"/>
                </a:solidFill>
                <a:latin typeface="+mj-ea"/>
                <a:ea typeface="+mj-ea"/>
              </a:rPr>
              <a:t>目的変数ごとの </a:t>
            </a:r>
            <a:r>
              <a:rPr lang="en" altLang="ja-JP" sz="5400" b="1" dirty="0">
                <a:solidFill>
                  <a:schemeClr val="bg1"/>
                </a:solidFill>
                <a:latin typeface="+mj-ea"/>
                <a:ea typeface="+mj-ea"/>
              </a:rPr>
              <a:t>Feature</a:t>
            </a:r>
          </a:p>
        </p:txBody>
      </p:sp>
      <p:sp>
        <p:nvSpPr>
          <p:cNvPr id="55" name="角丸四角形 54">
            <a:extLst>
              <a:ext uri="{FF2B5EF4-FFF2-40B4-BE49-F238E27FC236}">
                <a16:creationId xmlns:a16="http://schemas.microsoft.com/office/drawing/2014/main" id="{5CF72EAE-7C4E-4F46-3136-A861F7C5B25B}"/>
              </a:ext>
            </a:extLst>
          </p:cNvPr>
          <p:cNvSpPr/>
          <p:nvPr/>
        </p:nvSpPr>
        <p:spPr>
          <a:xfrm>
            <a:off x="15476004" y="31269359"/>
            <a:ext cx="14545616" cy="10055929"/>
          </a:xfrm>
          <a:prstGeom prst="roundRect">
            <a:avLst>
              <a:gd name="adj" fmla="val 5431"/>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Arial Unicode MS" pitchFamily="50" charset="-128"/>
            </a:endParaRPr>
          </a:p>
        </p:txBody>
      </p:sp>
      <p:sp>
        <p:nvSpPr>
          <p:cNvPr id="56" name="テキスト ボックス 5">
            <a:extLst>
              <a:ext uri="{FF2B5EF4-FFF2-40B4-BE49-F238E27FC236}">
                <a16:creationId xmlns:a16="http://schemas.microsoft.com/office/drawing/2014/main" id="{7728023B-7A65-413E-F587-6125A51C6CDF}"/>
              </a:ext>
            </a:extLst>
          </p:cNvPr>
          <p:cNvSpPr txBox="1">
            <a:spLocks noChangeArrowheads="1"/>
          </p:cNvSpPr>
          <p:nvPr/>
        </p:nvSpPr>
        <p:spPr bwMode="auto">
          <a:xfrm>
            <a:off x="17213540" y="31014425"/>
            <a:ext cx="10910853" cy="830997"/>
          </a:xfrm>
          <a:prstGeom prst="rect">
            <a:avLst/>
          </a:prstGeom>
          <a:solidFill>
            <a:schemeClr val="tx1"/>
          </a:solidFill>
          <a:ln>
            <a:noFill/>
          </a:ln>
        </p:spPr>
        <p:txBody>
          <a:bodyPr wrap="square">
            <a:spAutoFit/>
          </a:bodyPr>
          <a:lstStyle>
            <a:defPPr>
              <a:defRPr lang="ja-JP"/>
            </a:defPPr>
            <a:lvl1pPr algn="ctr">
              <a:defRPr sz="4400">
                <a:latin typeface="Arial Unicode MS" pitchFamily="50" charset="-128"/>
                <a:ea typeface="Arial Unicode MS" pitchFamily="50" charset="-128"/>
                <a:cs typeface="Arial Unicode MS" pitchFamily="50" charset="-128"/>
              </a:defRPr>
            </a:lvl1pPr>
          </a:lstStyle>
          <a:p>
            <a:r>
              <a:rPr lang="ja-JP" altLang="en-US" sz="4800" b="1">
                <a:solidFill>
                  <a:schemeClr val="bg1"/>
                </a:solidFill>
                <a:latin typeface="+mj-ea"/>
                <a:ea typeface="+mj-ea"/>
              </a:rPr>
              <a:t>考察</a:t>
            </a:r>
            <a:endParaRPr lang="en-US" altLang="ja-JP" sz="4800" b="1" dirty="0">
              <a:solidFill>
                <a:schemeClr val="bg1"/>
              </a:solidFill>
              <a:latin typeface="+mj-ea"/>
              <a:ea typeface="+mj-ea"/>
            </a:endParaRPr>
          </a:p>
        </p:txBody>
      </p:sp>
      <p:sp>
        <p:nvSpPr>
          <p:cNvPr id="59" name="Rectangle 7">
            <a:extLst>
              <a:ext uri="{FF2B5EF4-FFF2-40B4-BE49-F238E27FC236}">
                <a16:creationId xmlns:a16="http://schemas.microsoft.com/office/drawing/2014/main" id="{C9C89260-D8B9-08B1-8F19-11C90F355CAD}"/>
              </a:ext>
            </a:extLst>
          </p:cNvPr>
          <p:cNvSpPr>
            <a:spLocks noChangeArrowheads="1"/>
          </p:cNvSpPr>
          <p:nvPr/>
        </p:nvSpPr>
        <p:spPr bwMode="auto">
          <a:xfrm rot="10800000" flipV="1">
            <a:off x="15897737" y="32280942"/>
            <a:ext cx="13696176" cy="8925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1pPr>
            <a:lvl2pPr marL="4572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2pPr>
            <a:lvl3pPr marL="9144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3pPr>
            <a:lvl4pPr marL="13716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4pPr>
            <a:lvl5pPr marL="18288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5pPr>
            <a:lvl6pPr marL="22860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6pPr>
            <a:lvl7pPr marL="27432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7pPr>
            <a:lvl8pPr marL="32004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8pPr>
            <a:lvl9pPr marL="36576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9pPr>
          </a:lstStyle>
          <a:p>
            <a:pPr lvl="0" algn="just" defTabSz="914400"/>
            <a:r>
              <a:rPr kumimoji="0" lang="ja-JP" altLang="en-US" sz="4000" b="0" i="0" u="none" strike="noStrike" cap="none" normalizeH="0" baseline="0">
                <a:ln>
                  <a:noFill/>
                </a:ln>
                <a:solidFill>
                  <a:schemeClr val="tx1"/>
                </a:solidFill>
                <a:effectLst/>
                <a:latin typeface="+mn-ea"/>
              </a:rPr>
              <a:t>「モデルの選択」</a:t>
            </a:r>
            <a:endParaRPr kumimoji="0" lang="en" altLang="ja-JP" sz="4000" dirty="0">
              <a:latin typeface="+mn-ea"/>
            </a:endParaRPr>
          </a:p>
          <a:p>
            <a:pPr lvl="0" algn="just" defTabSz="914400"/>
            <a:r>
              <a:rPr kumimoji="0" lang="en" altLang="ja-JP" sz="4000" b="0" i="0" u="none" strike="noStrike" cap="none" normalizeH="0" baseline="0" dirty="0">
                <a:ln>
                  <a:noFill/>
                </a:ln>
                <a:solidFill>
                  <a:schemeClr val="tx1"/>
                </a:solidFill>
                <a:effectLst/>
                <a:latin typeface="+mn-ea"/>
              </a:rPr>
              <a:t>Random Forest</a:t>
            </a:r>
            <a:r>
              <a:rPr kumimoji="0" lang="ja-JP" altLang="en-US" sz="4000" b="0" i="0" u="none" strike="noStrike" cap="none" normalizeH="0" baseline="0">
                <a:ln>
                  <a:noFill/>
                </a:ln>
                <a:solidFill>
                  <a:schemeClr val="tx1"/>
                </a:solidFill>
                <a:effectLst/>
                <a:latin typeface="+mn-ea"/>
              </a:rPr>
              <a:t>は，非線形・非単調な関係を捉えることができるため，線形回帰や多項式回帰では捉えにくい本データの複雑な関係を反映できたと考えられる．また，アンサンブル学習によって過学習を抑制し，</a:t>
            </a:r>
            <a:r>
              <a:rPr kumimoji="0" lang="en-US" altLang="ja-JP" sz="4000" b="0" i="0" u="none" strike="noStrike" cap="none" normalizeH="0" baseline="0" dirty="0">
                <a:ln>
                  <a:noFill/>
                </a:ln>
                <a:solidFill>
                  <a:schemeClr val="tx1"/>
                </a:solidFill>
                <a:effectLst/>
                <a:latin typeface="+mn-ea"/>
              </a:rPr>
              <a:t>3</a:t>
            </a:r>
            <a:r>
              <a:rPr kumimoji="0" lang="ja-JP" altLang="en-US" sz="4000" b="0" i="0" u="none" strike="noStrike" cap="none" normalizeH="0" baseline="0">
                <a:ln>
                  <a:noFill/>
                </a:ln>
                <a:solidFill>
                  <a:schemeClr val="tx1"/>
                </a:solidFill>
                <a:effectLst/>
                <a:latin typeface="+mn-ea"/>
              </a:rPr>
              <a:t>つの目的変数すべてで低い</a:t>
            </a:r>
            <a:r>
              <a:rPr kumimoji="0" lang="en" altLang="ja-JP" sz="4000" b="0" i="0" u="none" strike="noStrike" cap="none" normalizeH="0" baseline="0" dirty="0">
                <a:ln>
                  <a:noFill/>
                </a:ln>
                <a:solidFill>
                  <a:schemeClr val="tx1"/>
                </a:solidFill>
                <a:effectLst/>
                <a:latin typeface="+mn-ea"/>
              </a:rPr>
              <a:t>Test RMSE</a:t>
            </a:r>
            <a:r>
              <a:rPr kumimoji="0" lang="ja-JP" altLang="en-US" sz="4000" b="0" i="0" u="none" strike="noStrike" cap="none" normalizeH="0" baseline="0">
                <a:ln>
                  <a:noFill/>
                </a:ln>
                <a:solidFill>
                  <a:schemeClr val="tx1"/>
                </a:solidFill>
                <a:effectLst/>
                <a:latin typeface="+mn-ea"/>
              </a:rPr>
              <a:t>を示したと考えられる．</a:t>
            </a:r>
            <a:endParaRPr kumimoji="0" lang="en-US" altLang="ja-JP" sz="4000" b="0" i="0" u="none" strike="noStrike" cap="none" normalizeH="0" baseline="0" dirty="0">
              <a:ln>
                <a:noFill/>
              </a:ln>
              <a:solidFill>
                <a:schemeClr val="tx1"/>
              </a:solidFill>
              <a:effectLst/>
              <a:latin typeface="+mn-ea"/>
            </a:endParaRPr>
          </a:p>
          <a:p>
            <a:pPr lvl="0" algn="just" defTabSz="914400"/>
            <a:endParaRPr kumimoji="0" lang="en-US" altLang="ja-JP" sz="4000" b="0" i="0" u="none" strike="noStrike" cap="none" normalizeH="0" baseline="0" dirty="0">
              <a:ln>
                <a:noFill/>
              </a:ln>
              <a:solidFill>
                <a:schemeClr val="tx1"/>
              </a:solidFill>
              <a:effectLst/>
              <a:latin typeface="+mn-ea"/>
            </a:endParaRPr>
          </a:p>
          <a:p>
            <a:pPr lvl="0" algn="just" defTabSz="914400"/>
            <a:r>
              <a:rPr kumimoji="0" lang="ja-JP" altLang="en-US" sz="4000" b="0" i="0" u="none" strike="noStrike" cap="none" normalizeH="0" baseline="0">
                <a:ln>
                  <a:noFill/>
                </a:ln>
                <a:solidFill>
                  <a:schemeClr val="tx1"/>
                </a:solidFill>
                <a:effectLst/>
                <a:latin typeface="+mn-ea"/>
              </a:rPr>
              <a:t>「</a:t>
            </a:r>
            <a:r>
              <a:rPr kumimoji="0" lang="en-US" altLang="ja-JP" sz="4000" b="0" i="0" u="none" strike="noStrike" cap="none" normalizeH="0" baseline="0" dirty="0">
                <a:ln>
                  <a:noFill/>
                </a:ln>
                <a:solidFill>
                  <a:schemeClr val="tx1"/>
                </a:solidFill>
                <a:effectLst/>
                <a:latin typeface="+mn-ea"/>
              </a:rPr>
              <a:t>Feature Importance</a:t>
            </a:r>
            <a:r>
              <a:rPr kumimoji="0" lang="ja-JP" altLang="en-US" sz="4000" b="0" i="0" u="none" strike="noStrike" cap="none" normalizeH="0" baseline="0">
                <a:ln>
                  <a:noFill/>
                </a:ln>
                <a:solidFill>
                  <a:schemeClr val="tx1"/>
                </a:solidFill>
                <a:effectLst/>
                <a:latin typeface="+mn-ea"/>
              </a:rPr>
              <a:t>の分析結果」</a:t>
            </a:r>
          </a:p>
          <a:p>
            <a:pPr lvl="0" algn="just" defTabSz="914400"/>
            <a:r>
              <a:rPr kumimoji="0" lang="ja-JP" altLang="en-US" sz="4000" b="0" i="0" u="none" strike="noStrike" cap="none" normalizeH="0" baseline="0">
                <a:ln>
                  <a:noFill/>
                </a:ln>
                <a:solidFill>
                  <a:schemeClr val="tx1"/>
                </a:solidFill>
                <a:effectLst/>
                <a:latin typeface="+mn-ea"/>
              </a:rPr>
              <a:t>酸素含量と</a:t>
            </a:r>
            <a:r>
              <a:rPr kumimoji="0" lang="en-US" altLang="ja-JP" sz="4000" b="0" i="0" u="none" strike="noStrike" cap="none" normalizeH="0" baseline="0" dirty="0">
                <a:ln>
                  <a:noFill/>
                </a:ln>
                <a:solidFill>
                  <a:schemeClr val="tx1"/>
                </a:solidFill>
                <a:effectLst/>
                <a:latin typeface="+mn-ea"/>
              </a:rPr>
              <a:t>MB</a:t>
            </a:r>
            <a:r>
              <a:rPr kumimoji="0" lang="ja-JP" altLang="en-US" sz="4000" b="0" i="0" u="none" strike="noStrike" cap="none" normalizeH="0" baseline="0">
                <a:ln>
                  <a:noFill/>
                </a:ln>
                <a:solidFill>
                  <a:schemeClr val="tx1"/>
                </a:solidFill>
                <a:effectLst/>
                <a:latin typeface="+mn-ea"/>
              </a:rPr>
              <a:t>濃度は，</a:t>
            </a:r>
            <a:r>
              <a:rPr kumimoji="0" lang="en" altLang="ja-JP" sz="4000" b="0" i="0" u="none" strike="noStrike" cap="none" normalizeH="0" baseline="0" dirty="0">
                <a:ln>
                  <a:noFill/>
                </a:ln>
                <a:solidFill>
                  <a:schemeClr val="tx1"/>
                </a:solidFill>
                <a:effectLst/>
                <a:latin typeface="+mn-ea"/>
              </a:rPr>
              <a:t>Discharge tube</a:t>
            </a:r>
            <a:r>
              <a:rPr kumimoji="0" lang="ja-JP" altLang="en-US" sz="4000" b="0" i="0" u="none" strike="noStrike" cap="none" normalizeH="0" baseline="0">
                <a:ln>
                  <a:noFill/>
                </a:ln>
                <a:solidFill>
                  <a:schemeClr val="tx1"/>
                </a:solidFill>
                <a:effectLst/>
                <a:latin typeface="+mn-ea"/>
              </a:rPr>
              <a:t>によって制御できることが示されたが，単純な線形相関ではなく極大値が存在する可能性が示唆された．</a:t>
            </a:r>
            <a:endParaRPr kumimoji="0" lang="en" altLang="ja-JP" sz="4000" b="0" i="0" u="none" strike="noStrike" cap="none" normalizeH="0" baseline="0" dirty="0">
              <a:ln>
                <a:noFill/>
              </a:ln>
              <a:solidFill>
                <a:schemeClr val="tx1"/>
              </a:solidFill>
              <a:effectLst/>
              <a:latin typeface="+mn-ea"/>
            </a:endParaRPr>
          </a:p>
          <a:p>
            <a:pPr lvl="0" algn="just" defTabSz="914400"/>
            <a:r>
              <a:rPr kumimoji="0" lang="en" altLang="ja-JP" sz="4000" b="0" i="0" u="none" strike="noStrike" cap="none" normalizeH="0" baseline="0" dirty="0">
                <a:ln>
                  <a:noFill/>
                </a:ln>
                <a:solidFill>
                  <a:schemeClr val="tx1"/>
                </a:solidFill>
                <a:effectLst/>
                <a:latin typeface="+mn-ea"/>
              </a:rPr>
              <a:t>UFB</a:t>
            </a:r>
            <a:r>
              <a:rPr kumimoji="0" lang="ja-JP" altLang="en-US" sz="4000" b="0" i="0" u="none" strike="noStrike" cap="none" normalizeH="0" baseline="0">
                <a:ln>
                  <a:noFill/>
                </a:ln>
                <a:solidFill>
                  <a:schemeClr val="tx1"/>
                </a:solidFill>
                <a:effectLst/>
                <a:latin typeface="+mn-ea"/>
              </a:rPr>
              <a:t>濃度は，測定値の大きな変動が見られたものの，測定の因子による寄与が確認できなかった．今後複数の条件が複合的に影響している可能性を精査する．</a:t>
            </a:r>
            <a:endParaRPr kumimoji="0" lang="en-US" altLang="ja-JP" sz="4000" b="0" i="0" u="none" strike="noStrike" cap="none" normalizeH="0" baseline="0" dirty="0">
              <a:ln>
                <a:noFill/>
              </a:ln>
              <a:solidFill>
                <a:schemeClr val="tx1"/>
              </a:solidFill>
              <a:effectLst/>
              <a:latin typeface="+mn-ea"/>
            </a:endParaRPr>
          </a:p>
          <a:p>
            <a:pPr lvl="0" algn="just" defTabSz="914400"/>
            <a:endParaRPr kumimoji="0" lang="ja-JP" altLang="ja-JP" sz="1400" b="0" i="0" u="none" strike="noStrike" cap="none" normalizeH="0" baseline="0">
              <a:ln>
                <a:noFill/>
              </a:ln>
              <a:solidFill>
                <a:schemeClr val="tx1"/>
              </a:solidFill>
              <a:effectLst/>
              <a:latin typeface="Arial" panose="020B0604020202020204" pitchFamily="34" charset="0"/>
            </a:endParaRPr>
          </a:p>
        </p:txBody>
      </p:sp>
      <p:sp>
        <p:nvSpPr>
          <p:cNvPr id="19" name="角丸四角形 18">
            <a:extLst>
              <a:ext uri="{FF2B5EF4-FFF2-40B4-BE49-F238E27FC236}">
                <a16:creationId xmlns:a16="http://schemas.microsoft.com/office/drawing/2014/main" id="{5B533FE9-F60B-0A62-13BB-BC3CCC8FCAC9}"/>
              </a:ext>
            </a:extLst>
          </p:cNvPr>
          <p:cNvSpPr/>
          <p:nvPr/>
        </p:nvSpPr>
        <p:spPr>
          <a:xfrm>
            <a:off x="15500027" y="22201696"/>
            <a:ext cx="14545616" cy="8419590"/>
          </a:xfrm>
          <a:prstGeom prst="roundRect">
            <a:avLst>
              <a:gd name="adj" fmla="val 5431"/>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Arial Unicode MS" pitchFamily="50" charset="-128"/>
            </a:endParaRPr>
          </a:p>
        </p:txBody>
      </p:sp>
      <p:sp>
        <p:nvSpPr>
          <p:cNvPr id="20" name="テキスト ボックス 5">
            <a:extLst>
              <a:ext uri="{FF2B5EF4-FFF2-40B4-BE49-F238E27FC236}">
                <a16:creationId xmlns:a16="http://schemas.microsoft.com/office/drawing/2014/main" id="{8AD576AE-862D-3FE1-4292-64457AE69E97}"/>
              </a:ext>
            </a:extLst>
          </p:cNvPr>
          <p:cNvSpPr txBox="1">
            <a:spLocks noChangeArrowheads="1"/>
          </p:cNvSpPr>
          <p:nvPr/>
        </p:nvSpPr>
        <p:spPr bwMode="auto">
          <a:xfrm>
            <a:off x="17394265" y="21812411"/>
            <a:ext cx="10910853" cy="830997"/>
          </a:xfrm>
          <a:prstGeom prst="rect">
            <a:avLst/>
          </a:prstGeom>
          <a:solidFill>
            <a:schemeClr val="tx1"/>
          </a:solidFill>
          <a:ln>
            <a:noFill/>
          </a:ln>
        </p:spPr>
        <p:txBody>
          <a:bodyPr wrap="square">
            <a:spAutoFit/>
          </a:bodyPr>
          <a:lstStyle>
            <a:defPPr>
              <a:defRPr lang="ja-JP"/>
            </a:defPPr>
            <a:lvl1pPr algn="ctr">
              <a:defRPr sz="4400">
                <a:latin typeface="Arial Unicode MS" pitchFamily="50" charset="-128"/>
                <a:ea typeface="Arial Unicode MS" pitchFamily="50" charset="-128"/>
                <a:cs typeface="Arial Unicode MS" pitchFamily="50" charset="-128"/>
              </a:defRPr>
            </a:lvl1pPr>
          </a:lstStyle>
          <a:p>
            <a:r>
              <a:rPr lang="en" altLang="ja-JP" sz="4800" b="1" dirty="0">
                <a:solidFill>
                  <a:schemeClr val="bg1"/>
                </a:solidFill>
                <a:latin typeface="+mj-ea"/>
                <a:ea typeface="+mj-ea"/>
              </a:rPr>
              <a:t>Discharge tube </a:t>
            </a:r>
            <a:r>
              <a:rPr lang="ja-JP" altLang="en-US" sz="4800" b="1">
                <a:solidFill>
                  <a:schemeClr val="bg1"/>
                </a:solidFill>
                <a:latin typeface="+mj-ea"/>
                <a:ea typeface="+mj-ea"/>
              </a:rPr>
              <a:t>と目的変数の関係 </a:t>
            </a:r>
            <a:endParaRPr lang="en" altLang="ja-JP" sz="4800" b="1" dirty="0">
              <a:solidFill>
                <a:schemeClr val="bg1"/>
              </a:solidFill>
              <a:latin typeface="+mj-ea"/>
              <a:ea typeface="+mj-ea"/>
            </a:endParaRPr>
          </a:p>
        </p:txBody>
      </p:sp>
      <p:sp>
        <p:nvSpPr>
          <p:cNvPr id="23" name="Rectangle 7">
            <a:extLst>
              <a:ext uri="{FF2B5EF4-FFF2-40B4-BE49-F238E27FC236}">
                <a16:creationId xmlns:a16="http://schemas.microsoft.com/office/drawing/2014/main" id="{AD1BFBFA-C211-5D5B-6E15-8516144ACC73}"/>
              </a:ext>
            </a:extLst>
          </p:cNvPr>
          <p:cNvSpPr>
            <a:spLocks noChangeArrowheads="1"/>
          </p:cNvSpPr>
          <p:nvPr/>
        </p:nvSpPr>
        <p:spPr bwMode="auto">
          <a:xfrm rot="10800000" flipV="1">
            <a:off x="15720934" y="19386686"/>
            <a:ext cx="14076731"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1pPr>
            <a:lvl2pPr marL="4572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2pPr>
            <a:lvl3pPr marL="9144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3pPr>
            <a:lvl4pPr marL="13716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4pPr>
            <a:lvl5pPr marL="18288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5pPr>
            <a:lvl6pPr marL="22860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6pPr>
            <a:lvl7pPr marL="27432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7pPr>
            <a:lvl8pPr marL="32004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8pPr>
            <a:lvl9pPr marL="36576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9pPr>
          </a:lstStyle>
          <a:p>
            <a:pPr defTabSz="914400"/>
            <a:r>
              <a:rPr kumimoji="0" lang="en-US" altLang="ja-JP" sz="4000" dirty="0">
                <a:latin typeface="+mn-ea"/>
              </a:rPr>
              <a:t>MB</a:t>
            </a:r>
            <a:r>
              <a:rPr kumimoji="0" lang="ja-JP" altLang="en-US" sz="4000">
                <a:latin typeface="+mn-ea"/>
              </a:rPr>
              <a:t>濃度と酸素含量では，最も高い</a:t>
            </a:r>
            <a:r>
              <a:rPr kumimoji="0" lang="en-US" altLang="ja-JP" sz="4000" dirty="0">
                <a:latin typeface="+mn-ea"/>
              </a:rPr>
              <a:t>Feature Importance</a:t>
            </a:r>
            <a:r>
              <a:rPr kumimoji="0" lang="ja-JP" altLang="en-US" sz="4000">
                <a:latin typeface="+mn-ea"/>
              </a:rPr>
              <a:t>が吐出管の長さとなった．一方，</a:t>
            </a:r>
            <a:r>
              <a:rPr kumimoji="0" lang="en-US" altLang="ja-JP" sz="4000" dirty="0">
                <a:latin typeface="+mn-ea"/>
              </a:rPr>
              <a:t>UFB</a:t>
            </a:r>
            <a:r>
              <a:rPr kumimoji="0" lang="ja-JP" altLang="en-US" sz="4000">
                <a:latin typeface="+mn-ea"/>
              </a:rPr>
              <a:t>濃度では突出した因子はなかった</a:t>
            </a:r>
            <a:endParaRPr kumimoji="0" lang="en-US" altLang="ja-JP" sz="4000" dirty="0">
              <a:latin typeface="+mn-ea"/>
            </a:endParaRPr>
          </a:p>
        </p:txBody>
      </p:sp>
      <p:sp>
        <p:nvSpPr>
          <p:cNvPr id="33" name="Rectangle 7">
            <a:extLst>
              <a:ext uri="{FF2B5EF4-FFF2-40B4-BE49-F238E27FC236}">
                <a16:creationId xmlns:a16="http://schemas.microsoft.com/office/drawing/2014/main" id="{7E877EE8-3CAD-82AC-89F4-4D573B0011C3}"/>
              </a:ext>
            </a:extLst>
          </p:cNvPr>
          <p:cNvSpPr>
            <a:spLocks noChangeArrowheads="1"/>
          </p:cNvSpPr>
          <p:nvPr/>
        </p:nvSpPr>
        <p:spPr bwMode="auto">
          <a:xfrm rot="10800000" flipV="1">
            <a:off x="15579872" y="28965332"/>
            <a:ext cx="14312666"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1pPr>
            <a:lvl2pPr marL="4572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2pPr>
            <a:lvl3pPr marL="9144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3pPr>
            <a:lvl4pPr marL="13716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4pPr>
            <a:lvl5pPr marL="18288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5pPr>
            <a:lvl6pPr marL="22860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6pPr>
            <a:lvl7pPr marL="27432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7pPr>
            <a:lvl8pPr marL="32004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8pPr>
            <a:lvl9pPr marL="36576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9pPr>
          </a:lstStyle>
          <a:p>
            <a:pPr defTabSz="914400"/>
            <a:r>
              <a:rPr kumimoji="0" lang="en-US" altLang="ja-JP" sz="4000" dirty="0">
                <a:latin typeface="+mn-ea"/>
              </a:rPr>
              <a:t>Discharge tube</a:t>
            </a:r>
            <a:r>
              <a:rPr kumimoji="0" lang="ja-JP" altLang="en-US" sz="4000">
                <a:latin typeface="+mn-ea"/>
              </a:rPr>
              <a:t>が</a:t>
            </a:r>
            <a:r>
              <a:rPr kumimoji="0" lang="en-US" altLang="ja-JP" sz="4000" dirty="0">
                <a:latin typeface="+mn-ea"/>
              </a:rPr>
              <a:t>0.7 m</a:t>
            </a:r>
            <a:r>
              <a:rPr kumimoji="0" lang="ja-JP" altLang="en-US" sz="4000">
                <a:latin typeface="+mn-ea"/>
              </a:rPr>
              <a:t>の時，</a:t>
            </a:r>
            <a:r>
              <a:rPr kumimoji="0" lang="en-US" altLang="ja-JP" sz="4000" dirty="0">
                <a:latin typeface="+mn-ea"/>
              </a:rPr>
              <a:t>MB</a:t>
            </a:r>
            <a:r>
              <a:rPr kumimoji="0" lang="ja-JP" altLang="en-US" sz="4000">
                <a:latin typeface="+mn-ea"/>
              </a:rPr>
              <a:t>濃度は最大値を，酸素含量は最小値を示した．一方，</a:t>
            </a:r>
            <a:r>
              <a:rPr kumimoji="0" lang="en-US" altLang="ja-JP" sz="4000" dirty="0">
                <a:latin typeface="+mn-ea"/>
              </a:rPr>
              <a:t>UFB</a:t>
            </a:r>
            <a:r>
              <a:rPr kumimoji="0" lang="ja-JP" altLang="en-US" sz="4000">
                <a:latin typeface="+mn-ea"/>
              </a:rPr>
              <a:t>濃度の増減は見られなかった．</a:t>
            </a:r>
            <a:endParaRPr kumimoji="0" lang="en-US" altLang="ja-JP" sz="4000" dirty="0">
              <a:latin typeface="+mn-ea"/>
            </a:endParaRPr>
          </a:p>
        </p:txBody>
      </p:sp>
      <p:pic>
        <p:nvPicPr>
          <p:cNvPr id="36" name="図 35">
            <a:extLst>
              <a:ext uri="{FF2B5EF4-FFF2-40B4-BE49-F238E27FC236}">
                <a16:creationId xmlns:a16="http://schemas.microsoft.com/office/drawing/2014/main" id="{F83C9E26-5F12-2671-1D7D-8AA51B89F5A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576742" y="13354832"/>
            <a:ext cx="6752275" cy="5547101"/>
          </a:xfrm>
          <a:prstGeom prst="rect">
            <a:avLst/>
          </a:prstGeom>
        </p:spPr>
      </p:pic>
      <p:pic>
        <p:nvPicPr>
          <p:cNvPr id="41" name="図 40">
            <a:extLst>
              <a:ext uri="{FF2B5EF4-FFF2-40B4-BE49-F238E27FC236}">
                <a16:creationId xmlns:a16="http://schemas.microsoft.com/office/drawing/2014/main" id="{7D18AD39-9E57-39AD-9DDF-F44DA7D8E454}"/>
              </a:ext>
            </a:extLst>
          </p:cNvPr>
          <p:cNvPicPr>
            <a:picLocks noChangeAspect="1"/>
          </p:cNvPicPr>
          <p:nvPr/>
        </p:nvPicPr>
        <p:blipFill>
          <a:blip r:embed="rId5">
            <a:extLst>
              <a:ext uri="{28A0092B-C50C-407E-A947-70E740481C1C}">
                <a14:useLocalDpi xmlns:a14="http://schemas.microsoft.com/office/drawing/2010/main" val="0"/>
              </a:ext>
            </a:extLst>
          </a:blip>
          <a:srcRect l="44529"/>
          <a:stretch>
            <a:fillRect/>
          </a:stretch>
        </p:blipFill>
        <p:spPr>
          <a:xfrm>
            <a:off x="26214428" y="13388651"/>
            <a:ext cx="3744404" cy="5545409"/>
          </a:xfrm>
          <a:prstGeom prst="rect">
            <a:avLst/>
          </a:prstGeom>
        </p:spPr>
      </p:pic>
      <p:pic>
        <p:nvPicPr>
          <p:cNvPr id="43" name="図 42">
            <a:extLst>
              <a:ext uri="{FF2B5EF4-FFF2-40B4-BE49-F238E27FC236}">
                <a16:creationId xmlns:a16="http://schemas.microsoft.com/office/drawing/2014/main" id="{45CA7281-9668-2C49-3303-B72D639932CA}"/>
              </a:ext>
            </a:extLst>
          </p:cNvPr>
          <p:cNvPicPr>
            <a:picLocks noChangeAspect="1"/>
          </p:cNvPicPr>
          <p:nvPr/>
        </p:nvPicPr>
        <p:blipFill>
          <a:blip r:embed="rId6">
            <a:extLst>
              <a:ext uri="{28A0092B-C50C-407E-A947-70E740481C1C}">
                <a14:useLocalDpi xmlns:a14="http://schemas.microsoft.com/office/drawing/2010/main" val="0"/>
              </a:ext>
            </a:extLst>
          </a:blip>
          <a:srcRect l="44674" r="1"/>
          <a:stretch>
            <a:fillRect/>
          </a:stretch>
        </p:blipFill>
        <p:spPr>
          <a:xfrm>
            <a:off x="22410641" y="13407836"/>
            <a:ext cx="3721659" cy="5526224"/>
          </a:xfrm>
          <a:prstGeom prst="rect">
            <a:avLst/>
          </a:prstGeom>
        </p:spPr>
      </p:pic>
      <p:pic>
        <p:nvPicPr>
          <p:cNvPr id="45" name="図 44">
            <a:extLst>
              <a:ext uri="{FF2B5EF4-FFF2-40B4-BE49-F238E27FC236}">
                <a16:creationId xmlns:a16="http://schemas.microsoft.com/office/drawing/2014/main" id="{5572B072-0C7B-23F1-BF44-205E43E101BD}"/>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5704113" y="23166370"/>
            <a:ext cx="4515583" cy="5449841"/>
          </a:xfrm>
          <a:prstGeom prst="rect">
            <a:avLst/>
          </a:prstGeom>
        </p:spPr>
      </p:pic>
      <p:pic>
        <p:nvPicPr>
          <p:cNvPr id="47" name="図 46">
            <a:extLst>
              <a:ext uri="{FF2B5EF4-FFF2-40B4-BE49-F238E27FC236}">
                <a16:creationId xmlns:a16="http://schemas.microsoft.com/office/drawing/2014/main" id="{BDF3714A-499E-B55F-23B2-D61DB7341C59}"/>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5247807" y="23145661"/>
            <a:ext cx="4481083" cy="5408203"/>
          </a:xfrm>
          <a:prstGeom prst="rect">
            <a:avLst/>
          </a:prstGeom>
        </p:spPr>
      </p:pic>
      <p:pic>
        <p:nvPicPr>
          <p:cNvPr id="49" name="図 48">
            <a:extLst>
              <a:ext uri="{FF2B5EF4-FFF2-40B4-BE49-F238E27FC236}">
                <a16:creationId xmlns:a16="http://schemas.microsoft.com/office/drawing/2014/main" id="{9DC6B1A9-C43D-C658-E3BD-74F6760459AB}"/>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20457698" y="23158992"/>
            <a:ext cx="4473356" cy="5408203"/>
          </a:xfrm>
          <a:prstGeom prst="rect">
            <a:avLst/>
          </a:prstGeom>
        </p:spPr>
      </p:pic>
      <p:sp>
        <p:nvSpPr>
          <p:cNvPr id="21" name="Rectangle 7">
            <a:extLst>
              <a:ext uri="{FF2B5EF4-FFF2-40B4-BE49-F238E27FC236}">
                <a16:creationId xmlns:a16="http://schemas.microsoft.com/office/drawing/2014/main" id="{C76C74EA-E148-D598-71D4-F32A7164A285}"/>
              </a:ext>
            </a:extLst>
          </p:cNvPr>
          <p:cNvSpPr>
            <a:spLocks noChangeArrowheads="1"/>
          </p:cNvSpPr>
          <p:nvPr/>
        </p:nvSpPr>
        <p:spPr bwMode="auto">
          <a:xfrm rot="10800000" flipV="1">
            <a:off x="643296" y="33448911"/>
            <a:ext cx="13866243"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1pPr>
            <a:lvl2pPr marL="4572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2pPr>
            <a:lvl3pPr marL="9144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3pPr>
            <a:lvl4pPr marL="13716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4pPr>
            <a:lvl5pPr marL="18288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5pPr>
            <a:lvl6pPr marL="22860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6pPr>
            <a:lvl7pPr marL="27432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7pPr>
            <a:lvl8pPr marL="32004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8pPr>
            <a:lvl9pPr marL="36576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9pPr>
          </a:lstStyle>
          <a:p>
            <a:pPr algn="ctr" defTabSz="914400"/>
            <a:r>
              <a:rPr kumimoji="0" lang="en-US" altLang="ja-JP" sz="4000" dirty="0">
                <a:latin typeface="+mn-ea"/>
              </a:rPr>
              <a:t>UFB</a:t>
            </a:r>
            <a:r>
              <a:rPr kumimoji="0" lang="ja-JP" altLang="en-US" sz="4000">
                <a:latin typeface="+mn-ea"/>
              </a:rPr>
              <a:t>濃度，</a:t>
            </a:r>
            <a:r>
              <a:rPr kumimoji="0" lang="en-US" altLang="ja-JP" sz="4000" dirty="0">
                <a:latin typeface="+mn-ea"/>
              </a:rPr>
              <a:t>MB</a:t>
            </a:r>
            <a:r>
              <a:rPr kumimoji="0" lang="ja-JP" altLang="en-US" sz="4000">
                <a:latin typeface="+mn-ea"/>
              </a:rPr>
              <a:t>濃度，酸素含量を分析対象とした</a:t>
            </a:r>
            <a:endParaRPr kumimoji="0" lang="en-US" altLang="ja-JP" sz="4000" dirty="0">
              <a:latin typeface="+mn-ea"/>
            </a:endParaRPr>
          </a:p>
        </p:txBody>
      </p:sp>
      <p:sp>
        <p:nvSpPr>
          <p:cNvPr id="35" name="Rectangle 7">
            <a:extLst>
              <a:ext uri="{FF2B5EF4-FFF2-40B4-BE49-F238E27FC236}">
                <a16:creationId xmlns:a16="http://schemas.microsoft.com/office/drawing/2014/main" id="{ED2EDF70-0867-AAF2-601F-AE18C52CF150}"/>
              </a:ext>
            </a:extLst>
          </p:cNvPr>
          <p:cNvSpPr>
            <a:spLocks noChangeArrowheads="1"/>
          </p:cNvSpPr>
          <p:nvPr/>
        </p:nvSpPr>
        <p:spPr bwMode="auto">
          <a:xfrm rot="10800000" flipV="1">
            <a:off x="680342" y="41213518"/>
            <a:ext cx="1378393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1pPr>
            <a:lvl2pPr marL="4572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2pPr>
            <a:lvl3pPr marL="9144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3pPr>
            <a:lvl4pPr marL="13716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4pPr>
            <a:lvl5pPr marL="18288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5pPr>
            <a:lvl6pPr marL="22860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6pPr>
            <a:lvl7pPr marL="27432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7pPr>
            <a:lvl8pPr marL="32004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8pPr>
            <a:lvl9pPr marL="36576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9pPr>
          </a:lstStyle>
          <a:p>
            <a:pPr algn="ctr" defTabSz="914400"/>
            <a:r>
              <a:rPr kumimoji="0" lang="ja-JP" altLang="en-US" sz="4000">
                <a:latin typeface="+mn-ea"/>
              </a:rPr>
              <a:t>吐出管の長さが</a:t>
            </a:r>
            <a:r>
              <a:rPr kumimoji="0" lang="en-US" altLang="ja-JP" sz="4000" dirty="0">
                <a:latin typeface="+mn-ea"/>
              </a:rPr>
              <a:t>MB</a:t>
            </a:r>
            <a:r>
              <a:rPr kumimoji="0" lang="ja-JP" altLang="en-US" sz="4000">
                <a:latin typeface="+mn-ea"/>
              </a:rPr>
              <a:t>濃度および酸素含量に強い相関を示した</a:t>
            </a:r>
            <a:endParaRPr kumimoji="0" lang="en-US" altLang="ja-JP" sz="4000" dirty="0">
              <a:latin typeface="+mn-ea"/>
            </a:endParaRPr>
          </a:p>
        </p:txBody>
      </p:sp>
      <p:pic>
        <p:nvPicPr>
          <p:cNvPr id="37" name="図 36">
            <a:extLst>
              <a:ext uri="{FF2B5EF4-FFF2-40B4-BE49-F238E27FC236}">
                <a16:creationId xmlns:a16="http://schemas.microsoft.com/office/drawing/2014/main" id="{0FE82FB9-9B49-E971-F759-FB47F964E90A}"/>
              </a:ext>
            </a:extLst>
          </p:cNvPr>
          <p:cNvPicPr>
            <a:picLocks noChangeAspect="1"/>
          </p:cNvPicPr>
          <p:nvPr/>
        </p:nvPicPr>
        <p:blipFill>
          <a:blip r:embed="rId10"/>
          <a:srcRect r="11871"/>
          <a:stretch>
            <a:fillRect/>
          </a:stretch>
        </p:blipFill>
        <p:spPr>
          <a:xfrm>
            <a:off x="492176" y="35831970"/>
            <a:ext cx="14114002" cy="5158468"/>
          </a:xfrm>
          <a:prstGeom prst="rect">
            <a:avLst/>
          </a:prstGeom>
        </p:spPr>
      </p:pic>
      <p:pic>
        <p:nvPicPr>
          <p:cNvPr id="42" name="図 41">
            <a:extLst>
              <a:ext uri="{FF2B5EF4-FFF2-40B4-BE49-F238E27FC236}">
                <a16:creationId xmlns:a16="http://schemas.microsoft.com/office/drawing/2014/main" id="{862C4538-258B-BD11-5574-BD6CCE4B45DB}"/>
              </a:ext>
            </a:extLst>
          </p:cNvPr>
          <p:cNvPicPr>
            <a:picLocks noChangeAspect="1"/>
          </p:cNvPicPr>
          <p:nvPr/>
        </p:nvPicPr>
        <p:blipFill>
          <a:blip r:embed="rId10"/>
          <a:srcRect l="88730" b="54103"/>
          <a:stretch>
            <a:fillRect/>
          </a:stretch>
        </p:blipFill>
        <p:spPr>
          <a:xfrm>
            <a:off x="13271931" y="38501965"/>
            <a:ext cx="1612485" cy="2115170"/>
          </a:xfrm>
          <a:prstGeom prst="rect">
            <a:avLst/>
          </a:prstGeom>
        </p:spPr>
      </p:pic>
      <p:sp>
        <p:nvSpPr>
          <p:cNvPr id="44" name="Rectangle 7">
            <a:extLst>
              <a:ext uri="{FF2B5EF4-FFF2-40B4-BE49-F238E27FC236}">
                <a16:creationId xmlns:a16="http://schemas.microsoft.com/office/drawing/2014/main" id="{E0DD732D-D403-E5CC-F101-7C552F250532}"/>
              </a:ext>
            </a:extLst>
          </p:cNvPr>
          <p:cNvSpPr>
            <a:spLocks noChangeArrowheads="1"/>
          </p:cNvSpPr>
          <p:nvPr/>
        </p:nvSpPr>
        <p:spPr bwMode="auto">
          <a:xfrm rot="10800000" flipV="1">
            <a:off x="26296345" y="17236311"/>
            <a:ext cx="358057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1pPr>
            <a:lvl2pPr marL="4572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2pPr>
            <a:lvl3pPr marL="9144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3pPr>
            <a:lvl4pPr marL="13716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4pPr>
            <a:lvl5pPr marL="18288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5pPr>
            <a:lvl6pPr marL="22860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6pPr>
            <a:lvl7pPr marL="27432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7pPr>
            <a:lvl8pPr marL="32004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8pPr>
            <a:lvl9pPr marL="36576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9pPr>
          </a:lstStyle>
          <a:p>
            <a:pPr algn="ctr" defTabSz="914400"/>
            <a:r>
              <a:rPr kumimoji="0" lang="en-US" altLang="ja-JP" sz="4000" dirty="0">
                <a:latin typeface="+mn-ea"/>
              </a:rPr>
              <a:t>UFB</a:t>
            </a:r>
            <a:r>
              <a:rPr kumimoji="0" lang="ja-JP" altLang="en-US" sz="4000">
                <a:latin typeface="+mn-ea"/>
              </a:rPr>
              <a:t>濃度</a:t>
            </a:r>
            <a:endParaRPr kumimoji="0" lang="en-US" altLang="ja-JP" sz="4000" dirty="0">
              <a:latin typeface="+mn-ea"/>
            </a:endParaRPr>
          </a:p>
        </p:txBody>
      </p:sp>
      <p:sp>
        <p:nvSpPr>
          <p:cNvPr id="46" name="Rectangle 7">
            <a:extLst>
              <a:ext uri="{FF2B5EF4-FFF2-40B4-BE49-F238E27FC236}">
                <a16:creationId xmlns:a16="http://schemas.microsoft.com/office/drawing/2014/main" id="{5292CB2D-E3DA-DDD3-FAE2-A1DBC411E51B}"/>
              </a:ext>
            </a:extLst>
          </p:cNvPr>
          <p:cNvSpPr>
            <a:spLocks noChangeArrowheads="1"/>
          </p:cNvSpPr>
          <p:nvPr/>
        </p:nvSpPr>
        <p:spPr bwMode="auto">
          <a:xfrm rot="10800000" flipV="1">
            <a:off x="18505852" y="17204183"/>
            <a:ext cx="358057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1pPr>
            <a:lvl2pPr marL="4572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2pPr>
            <a:lvl3pPr marL="9144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3pPr>
            <a:lvl4pPr marL="13716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4pPr>
            <a:lvl5pPr marL="18288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5pPr>
            <a:lvl6pPr marL="22860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6pPr>
            <a:lvl7pPr marL="27432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7pPr>
            <a:lvl8pPr marL="32004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8pPr>
            <a:lvl9pPr marL="36576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9pPr>
          </a:lstStyle>
          <a:p>
            <a:pPr algn="ctr" defTabSz="914400"/>
            <a:r>
              <a:rPr kumimoji="0" lang="en-US" altLang="ja-JP" sz="4000" dirty="0">
                <a:latin typeface="+mn-ea"/>
              </a:rPr>
              <a:t>MB</a:t>
            </a:r>
            <a:r>
              <a:rPr kumimoji="0" lang="ja-JP" altLang="en-US" sz="4000">
                <a:latin typeface="+mn-ea"/>
              </a:rPr>
              <a:t>濃度</a:t>
            </a:r>
            <a:endParaRPr kumimoji="0" lang="en-US" altLang="ja-JP" sz="4000" dirty="0">
              <a:latin typeface="+mn-ea"/>
            </a:endParaRPr>
          </a:p>
        </p:txBody>
      </p:sp>
      <p:sp>
        <p:nvSpPr>
          <p:cNvPr id="48" name="Rectangle 7">
            <a:extLst>
              <a:ext uri="{FF2B5EF4-FFF2-40B4-BE49-F238E27FC236}">
                <a16:creationId xmlns:a16="http://schemas.microsoft.com/office/drawing/2014/main" id="{CA1D6266-33E2-40B0-8BB7-2D9C6FFAEB53}"/>
              </a:ext>
            </a:extLst>
          </p:cNvPr>
          <p:cNvSpPr>
            <a:spLocks noChangeArrowheads="1"/>
          </p:cNvSpPr>
          <p:nvPr/>
        </p:nvSpPr>
        <p:spPr bwMode="auto">
          <a:xfrm rot="10800000" flipV="1">
            <a:off x="22266627" y="17269861"/>
            <a:ext cx="358057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1pPr>
            <a:lvl2pPr marL="4572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2pPr>
            <a:lvl3pPr marL="9144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3pPr>
            <a:lvl4pPr marL="13716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4pPr>
            <a:lvl5pPr marL="18288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5pPr>
            <a:lvl6pPr marL="22860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6pPr>
            <a:lvl7pPr marL="27432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7pPr>
            <a:lvl8pPr marL="32004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8pPr>
            <a:lvl9pPr marL="36576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9pPr>
          </a:lstStyle>
          <a:p>
            <a:pPr algn="ctr" defTabSz="914400"/>
            <a:r>
              <a:rPr kumimoji="0" lang="ja-JP" altLang="en-US" sz="4000">
                <a:latin typeface="+mn-ea"/>
              </a:rPr>
              <a:t>酸素含量</a:t>
            </a:r>
            <a:endParaRPr kumimoji="0" lang="en-US" altLang="ja-JP" sz="4000" dirty="0">
              <a:latin typeface="+mn-ea"/>
            </a:endParaRPr>
          </a:p>
        </p:txBody>
      </p:sp>
      <p:sp>
        <p:nvSpPr>
          <p:cNvPr id="50" name="Rectangle 7">
            <a:extLst>
              <a:ext uri="{FF2B5EF4-FFF2-40B4-BE49-F238E27FC236}">
                <a16:creationId xmlns:a16="http://schemas.microsoft.com/office/drawing/2014/main" id="{DBFBCC1B-1176-4D4F-5DFE-2E365911E6C3}"/>
              </a:ext>
            </a:extLst>
          </p:cNvPr>
          <p:cNvSpPr>
            <a:spLocks noChangeArrowheads="1"/>
          </p:cNvSpPr>
          <p:nvPr/>
        </p:nvSpPr>
        <p:spPr bwMode="auto">
          <a:xfrm rot="10800000" flipV="1">
            <a:off x="15683150" y="11047303"/>
            <a:ext cx="13866243"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1pPr>
            <a:lvl2pPr marL="4572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2pPr>
            <a:lvl3pPr marL="9144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3pPr>
            <a:lvl4pPr marL="13716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4pPr>
            <a:lvl5pPr marL="18288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5pPr>
            <a:lvl6pPr marL="22860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6pPr>
            <a:lvl7pPr marL="27432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7pPr>
            <a:lvl8pPr marL="32004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8pPr>
            <a:lvl9pPr marL="36576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9pPr>
          </a:lstStyle>
          <a:p>
            <a:pPr algn="ctr" defTabSz="914400"/>
            <a:r>
              <a:rPr kumimoji="0" lang="en-US" altLang="ja-JP" sz="4000" dirty="0">
                <a:latin typeface="+mn-ea"/>
              </a:rPr>
              <a:t>Random Forest</a:t>
            </a:r>
            <a:r>
              <a:rPr kumimoji="0" lang="ja-JP" altLang="en-US" sz="4000">
                <a:latin typeface="+mn-ea"/>
              </a:rPr>
              <a:t>が最も優れた学習結果を得られた</a:t>
            </a:r>
            <a:endParaRPr kumimoji="0" lang="en-US" altLang="ja-JP" sz="4000" dirty="0">
              <a:latin typeface="+mn-ea"/>
            </a:endParaRPr>
          </a:p>
        </p:txBody>
      </p:sp>
      <p:sp>
        <p:nvSpPr>
          <p:cNvPr id="51" name="Rectangle 7">
            <a:extLst>
              <a:ext uri="{FF2B5EF4-FFF2-40B4-BE49-F238E27FC236}">
                <a16:creationId xmlns:a16="http://schemas.microsoft.com/office/drawing/2014/main" id="{6C7E2D9F-6020-731C-17F1-D38E6FACA9E1}"/>
              </a:ext>
            </a:extLst>
          </p:cNvPr>
          <p:cNvSpPr>
            <a:spLocks noChangeArrowheads="1"/>
          </p:cNvSpPr>
          <p:nvPr/>
        </p:nvSpPr>
        <p:spPr bwMode="auto">
          <a:xfrm rot="10800000" flipV="1">
            <a:off x="27731850" y="22692130"/>
            <a:ext cx="227877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1pPr>
            <a:lvl2pPr marL="4572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2pPr>
            <a:lvl3pPr marL="9144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3pPr>
            <a:lvl4pPr marL="13716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4pPr>
            <a:lvl5pPr marL="18288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5pPr>
            <a:lvl6pPr marL="22860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6pPr>
            <a:lvl7pPr marL="27432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7pPr>
            <a:lvl8pPr marL="32004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8pPr>
            <a:lvl9pPr marL="3657600" eaLnBrk="0" fontAlgn="base" hangingPunct="0">
              <a:spcBef>
                <a:spcPct val="0"/>
              </a:spcBef>
              <a:spcAft>
                <a:spcPct val="0"/>
              </a:spcAft>
              <a:tabLst>
                <a:tab pos="2428875" algn="ctr"/>
                <a:tab pos="4106863" algn="ctr"/>
              </a:tabLst>
              <a:defRPr>
                <a:solidFill>
                  <a:schemeClr val="tx1"/>
                </a:solidFill>
                <a:latin typeface="Arial" panose="020B0604020202020204" pitchFamily="34" charset="0"/>
              </a:defRPr>
            </a:lvl9pPr>
          </a:lstStyle>
          <a:p>
            <a:pPr defTabSz="914400"/>
            <a:r>
              <a:rPr kumimoji="0" lang="ja-JP" altLang="en-US" sz="3200">
                <a:latin typeface="+mn-ea"/>
              </a:rPr>
              <a:t>・は外れ値</a:t>
            </a:r>
            <a:endParaRPr kumimoji="0" lang="en-US" altLang="ja-JP" sz="3200" dirty="0">
              <a:latin typeface="+mn-ea"/>
            </a:endParaRPr>
          </a:p>
        </p:txBody>
      </p:sp>
      <p:sp>
        <p:nvSpPr>
          <p:cNvPr id="53" name="テキスト ボックス 52">
            <a:extLst>
              <a:ext uri="{FF2B5EF4-FFF2-40B4-BE49-F238E27FC236}">
                <a16:creationId xmlns:a16="http://schemas.microsoft.com/office/drawing/2014/main" id="{28F934F8-90EC-98B8-1F34-99863D69E176}"/>
              </a:ext>
            </a:extLst>
          </p:cNvPr>
          <p:cNvSpPr txBox="1"/>
          <p:nvPr/>
        </p:nvSpPr>
        <p:spPr>
          <a:xfrm>
            <a:off x="15716633" y="41422486"/>
            <a:ext cx="14293992" cy="707886"/>
          </a:xfrm>
          <a:prstGeom prst="rect">
            <a:avLst/>
          </a:prstGeom>
          <a:noFill/>
        </p:spPr>
        <p:txBody>
          <a:bodyPr wrap="square">
            <a:spAutoFit/>
          </a:bodyPr>
          <a:lstStyle/>
          <a:p>
            <a:r>
              <a:rPr lang="en-US" altLang="ja-JP" sz="4000" kern="100" dirty="0">
                <a:effectLst/>
                <a:latin typeface="+mn-lt"/>
                <a:cs typeface="Times New Roman" panose="02020603050405020304" pitchFamily="18" charset="0"/>
              </a:rPr>
              <a:t>[1] Zhou S, </a:t>
            </a:r>
            <a:r>
              <a:rPr lang="en-US" altLang="ja-JP" sz="4000" i="1" kern="100" dirty="0">
                <a:effectLst/>
                <a:latin typeface="+mn-lt"/>
                <a:cs typeface="Times New Roman" panose="02020603050405020304" pitchFamily="18" charset="0"/>
              </a:rPr>
              <a:t>et al.</a:t>
            </a:r>
            <a:r>
              <a:rPr lang="en-US" altLang="ja-JP" sz="4000" kern="100" dirty="0">
                <a:effectLst/>
                <a:latin typeface="+mn-lt"/>
                <a:cs typeface="Times New Roman" panose="02020603050405020304" pitchFamily="18" charset="0"/>
              </a:rPr>
              <a:t>, </a:t>
            </a:r>
            <a:r>
              <a:rPr lang="en-US" altLang="ja-JP" sz="4000" i="1" kern="100" dirty="0">
                <a:effectLst/>
                <a:latin typeface="+mn-lt"/>
                <a:cs typeface="Times New Roman" panose="02020603050405020304" pitchFamily="18" charset="0"/>
              </a:rPr>
              <a:t>ACS ES&amp;T Engineering</a:t>
            </a:r>
            <a:r>
              <a:rPr lang="en-US" altLang="ja-JP" sz="4000" kern="100" dirty="0">
                <a:effectLst/>
                <a:latin typeface="+mn-lt"/>
                <a:cs typeface="Times New Roman" panose="02020603050405020304" pitchFamily="18" charset="0"/>
              </a:rPr>
              <a:t>, 2(9), p1558–1573 (2022)</a:t>
            </a:r>
            <a:r>
              <a:rPr lang="ja-JP" altLang="ja-JP" sz="4000">
                <a:effectLst/>
              </a:rPr>
              <a:t> </a:t>
            </a:r>
            <a:endParaRPr lang="ja-JP" altLang="en-US" sz="4000"/>
          </a:p>
        </p:txBody>
      </p:sp>
    </p:spTree>
    <p:extLst>
      <p:ext uri="{BB962C8B-B14F-4D97-AF65-F5344CB8AC3E}">
        <p14:creationId xmlns:p14="http://schemas.microsoft.com/office/powerpoint/2010/main" val="382337028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21064</TotalTime>
  <Words>713</Words>
  <Application>Microsoft Macintosh PowerPoint</Application>
  <PresentationFormat>ユーザー設定</PresentationFormat>
  <Paragraphs>101</Paragraphs>
  <Slides>1</Slides>
  <Notes>1</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vt:i4>
      </vt:variant>
    </vt:vector>
  </HeadingPairs>
  <TitlesOfParts>
    <vt:vector size="6" baseType="lpstr">
      <vt:lpstr>ＭＳ Ｐゴシック</vt:lpstr>
      <vt:lpstr>メイリオ</vt:lpstr>
      <vt:lpstr>Arial</vt:lpstr>
      <vt:lpstr>Calibri</vt:lpstr>
      <vt:lpstr>Office ​​テーマ</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Keisuke Nishiwaki</dc:creator>
  <cp:lastModifiedBy>山富龍</cp:lastModifiedBy>
  <cp:revision>693</cp:revision>
  <cp:lastPrinted>2024-03-15T07:40:36Z</cp:lastPrinted>
  <dcterms:created xsi:type="dcterms:W3CDTF">2015-07-25T16:51:48Z</dcterms:created>
  <dcterms:modified xsi:type="dcterms:W3CDTF">2026-10-13T00:54:58Z</dcterms:modified>
</cp:coreProperties>
</file>